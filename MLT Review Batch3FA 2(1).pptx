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24"/>
  </p:notesMasterIdLst>
  <p:sldIdLst>
    <p:sldId id="256" r:id="rId2"/>
    <p:sldId id="266" r:id="rId3"/>
    <p:sldId id="265" r:id="rId4"/>
    <p:sldId id="267" r:id="rId5"/>
    <p:sldId id="268" r:id="rId6"/>
    <p:sldId id="269" r:id="rId7"/>
    <p:sldId id="270" r:id="rId8"/>
    <p:sldId id="279" r:id="rId9"/>
    <p:sldId id="271" r:id="rId10"/>
    <p:sldId id="275" r:id="rId11"/>
    <p:sldId id="272" r:id="rId12"/>
    <p:sldId id="276" r:id="rId13"/>
    <p:sldId id="273" r:id="rId14"/>
    <p:sldId id="277" r:id="rId15"/>
    <p:sldId id="280" r:id="rId16"/>
    <p:sldId id="284" r:id="rId17"/>
    <p:sldId id="285" r:id="rId18"/>
    <p:sldId id="281" r:id="rId19"/>
    <p:sldId id="282" r:id="rId20"/>
    <p:sldId id="278" r:id="rId21"/>
    <p:sldId id="283" r:id="rId22"/>
    <p:sldId id="264"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AFF750-C8C5-48B1-A3ED-65DADB93CA6F}" v="21" dt="2026-10-04T16:21:19.7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p:scale>
          <a:sx n="100" d="100"/>
          <a:sy n="100" d="100"/>
        </p:scale>
        <p:origin x="1085" y="39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WTHAM DT" userId="ef041ab24cd2858a" providerId="LiveId" clId="{0734D2BE-1726-48CB-B1B6-546D7A0D0594}"/>
    <pc:docChg chg="undo custSel addSld delSld modSld">
      <pc:chgData name="GOWTHAM DT" userId="ef041ab24cd2858a" providerId="LiveId" clId="{0734D2BE-1726-48CB-B1B6-546D7A0D0594}" dt="2026-10-04T16:21:42.915" v="340" actId="14100"/>
      <pc:docMkLst>
        <pc:docMk/>
      </pc:docMkLst>
      <pc:sldChg chg="modSp mod">
        <pc:chgData name="GOWTHAM DT" userId="ef041ab24cd2858a" providerId="LiveId" clId="{0734D2BE-1726-48CB-B1B6-546D7A0D0594}" dt="2026-10-04T16:04:48.556" v="176" actId="113"/>
        <pc:sldMkLst>
          <pc:docMk/>
          <pc:sldMk cId="1548066140" sldId="265"/>
        </pc:sldMkLst>
        <pc:spChg chg="mod">
          <ac:chgData name="GOWTHAM DT" userId="ef041ab24cd2858a" providerId="LiveId" clId="{0734D2BE-1726-48CB-B1B6-546D7A0D0594}" dt="2026-10-04T16:04:48.556" v="176" actId="113"/>
          <ac:spMkLst>
            <pc:docMk/>
            <pc:sldMk cId="1548066140" sldId="265"/>
            <ac:spMk id="93" creationId="{00000000-0000-0000-0000-000000000000}"/>
          </ac:spMkLst>
        </pc:spChg>
      </pc:sldChg>
      <pc:sldChg chg="addSp delSp mod">
        <pc:chgData name="GOWTHAM DT" userId="ef041ab24cd2858a" providerId="LiveId" clId="{0734D2BE-1726-48CB-B1B6-546D7A0D0594}" dt="2026-10-04T14:42:42.282" v="67" actId="22"/>
        <pc:sldMkLst>
          <pc:docMk/>
          <pc:sldMk cId="3384969406" sldId="270"/>
        </pc:sldMkLst>
        <pc:picChg chg="add del">
          <ac:chgData name="GOWTHAM DT" userId="ef041ab24cd2858a" providerId="LiveId" clId="{0734D2BE-1726-48CB-B1B6-546D7A0D0594}" dt="2026-10-04T14:42:42.282" v="67" actId="22"/>
          <ac:picMkLst>
            <pc:docMk/>
            <pc:sldMk cId="3384969406" sldId="270"/>
            <ac:picMk id="4" creationId="{D7C3D162-44F3-D8A5-2494-484FC602C28A}"/>
          </ac:picMkLst>
        </pc:picChg>
      </pc:sldChg>
      <pc:sldChg chg="modSp mod">
        <pc:chgData name="GOWTHAM DT" userId="ef041ab24cd2858a" providerId="LiveId" clId="{0734D2BE-1726-48CB-B1B6-546D7A0D0594}" dt="2026-10-04T14:34:22.728" v="53" actId="2711"/>
        <pc:sldMkLst>
          <pc:docMk/>
          <pc:sldMk cId="2824451104" sldId="271"/>
        </pc:sldMkLst>
        <pc:spChg chg="mod">
          <ac:chgData name="GOWTHAM DT" userId="ef041ab24cd2858a" providerId="LiveId" clId="{0734D2BE-1726-48CB-B1B6-546D7A0D0594}" dt="2026-10-04T14:34:22.728" v="53" actId="2711"/>
          <ac:spMkLst>
            <pc:docMk/>
            <pc:sldMk cId="2824451104" sldId="271"/>
            <ac:spMk id="3" creationId="{00000000-0000-0000-0000-000000000000}"/>
          </ac:spMkLst>
        </pc:spChg>
      </pc:sldChg>
      <pc:sldChg chg="modSp mod">
        <pc:chgData name="GOWTHAM DT" userId="ef041ab24cd2858a" providerId="LiveId" clId="{0734D2BE-1726-48CB-B1B6-546D7A0D0594}" dt="2026-10-04T14:40:02.932" v="59" actId="2711"/>
        <pc:sldMkLst>
          <pc:docMk/>
          <pc:sldMk cId="439223491" sldId="276"/>
        </pc:sldMkLst>
        <pc:spChg chg="mod">
          <ac:chgData name="GOWTHAM DT" userId="ef041ab24cd2858a" providerId="LiveId" clId="{0734D2BE-1726-48CB-B1B6-546D7A0D0594}" dt="2026-10-04T14:40:02.932" v="59" actId="2711"/>
          <ac:spMkLst>
            <pc:docMk/>
            <pc:sldMk cId="439223491" sldId="276"/>
            <ac:spMk id="3" creationId="{00000000-0000-0000-0000-000000000000}"/>
          </ac:spMkLst>
        </pc:spChg>
      </pc:sldChg>
      <pc:sldChg chg="modSp mod">
        <pc:chgData name="GOWTHAM DT" userId="ef041ab24cd2858a" providerId="LiveId" clId="{0734D2BE-1726-48CB-B1B6-546D7A0D0594}" dt="2026-10-04T16:01:55.222" v="164" actId="14100"/>
        <pc:sldMkLst>
          <pc:docMk/>
          <pc:sldMk cId="1530778421" sldId="278"/>
        </pc:sldMkLst>
        <pc:spChg chg="mod">
          <ac:chgData name="GOWTHAM DT" userId="ef041ab24cd2858a" providerId="LiveId" clId="{0734D2BE-1726-48CB-B1B6-546D7A0D0594}" dt="2026-10-04T16:01:55.222" v="164" actId="14100"/>
          <ac:spMkLst>
            <pc:docMk/>
            <pc:sldMk cId="1530778421" sldId="278"/>
            <ac:spMk id="2" creationId="{00000000-0000-0000-0000-000000000000}"/>
          </ac:spMkLst>
        </pc:spChg>
        <pc:spChg chg="mod">
          <ac:chgData name="GOWTHAM DT" userId="ef041ab24cd2858a" providerId="LiveId" clId="{0734D2BE-1726-48CB-B1B6-546D7A0D0594}" dt="2026-10-04T16:01:50.237" v="163" actId="12"/>
          <ac:spMkLst>
            <pc:docMk/>
            <pc:sldMk cId="1530778421" sldId="278"/>
            <ac:spMk id="3" creationId="{00000000-0000-0000-0000-000000000000}"/>
          </ac:spMkLst>
        </pc:spChg>
      </pc:sldChg>
      <pc:sldChg chg="new del">
        <pc:chgData name="GOWTHAM DT" userId="ef041ab24cd2858a" providerId="LiveId" clId="{0734D2BE-1726-48CB-B1B6-546D7A0D0594}" dt="2026-10-04T14:41:39.163" v="61" actId="47"/>
        <pc:sldMkLst>
          <pc:docMk/>
          <pc:sldMk cId="561615791" sldId="279"/>
        </pc:sldMkLst>
      </pc:sldChg>
      <pc:sldChg chg="addSp delSp modSp new mod">
        <pc:chgData name="GOWTHAM DT" userId="ef041ab24cd2858a" providerId="LiveId" clId="{0734D2BE-1726-48CB-B1B6-546D7A0D0594}" dt="2026-10-04T15:38:12.703" v="83" actId="14100"/>
        <pc:sldMkLst>
          <pc:docMk/>
          <pc:sldMk cId="1329409739" sldId="279"/>
        </pc:sldMkLst>
        <pc:spChg chg="mod">
          <ac:chgData name="GOWTHAM DT" userId="ef041ab24cd2858a" providerId="LiveId" clId="{0734D2BE-1726-48CB-B1B6-546D7A0D0594}" dt="2026-10-04T14:43:21.666" v="72" actId="14100"/>
          <ac:spMkLst>
            <pc:docMk/>
            <pc:sldMk cId="1329409739" sldId="279"/>
            <ac:spMk id="2" creationId="{29F5601E-7F89-2417-622A-E974F145E03A}"/>
          </ac:spMkLst>
        </pc:spChg>
        <pc:spChg chg="del mod">
          <ac:chgData name="GOWTHAM DT" userId="ef041ab24cd2858a" providerId="LiveId" clId="{0734D2BE-1726-48CB-B1B6-546D7A0D0594}" dt="2026-10-04T15:38:01.655" v="81" actId="478"/>
          <ac:spMkLst>
            <pc:docMk/>
            <pc:sldMk cId="1329409739" sldId="279"/>
            <ac:spMk id="3" creationId="{0BE587AF-9305-9DC1-A7FE-01C4F4B57143}"/>
          </ac:spMkLst>
        </pc:spChg>
        <pc:picChg chg="add">
          <ac:chgData name="GOWTHAM DT" userId="ef041ab24cd2858a" providerId="LiveId" clId="{0734D2BE-1726-48CB-B1B6-546D7A0D0594}" dt="2026-10-04T14:42:32.215" v="65" actId="22"/>
          <ac:picMkLst>
            <pc:docMk/>
            <pc:sldMk cId="1329409739" sldId="279"/>
            <ac:picMk id="5" creationId="{4680CDB3-5797-E4FC-5438-9FDF1B22818F}"/>
          </ac:picMkLst>
        </pc:picChg>
        <pc:picChg chg="add">
          <ac:chgData name="GOWTHAM DT" userId="ef041ab24cd2858a" providerId="LiveId" clId="{0734D2BE-1726-48CB-B1B6-546D7A0D0594}" dt="2026-10-04T14:42:49.406" v="68" actId="22"/>
          <ac:picMkLst>
            <pc:docMk/>
            <pc:sldMk cId="1329409739" sldId="279"/>
            <ac:picMk id="7" creationId="{8158CCCF-6541-9F0E-8046-DCF708BFD588}"/>
          </ac:picMkLst>
        </pc:picChg>
        <pc:picChg chg="add mod">
          <ac:chgData name="GOWTHAM DT" userId="ef041ab24cd2858a" providerId="LiveId" clId="{0734D2BE-1726-48CB-B1B6-546D7A0D0594}" dt="2026-10-04T15:38:12.703" v="83" actId="14100"/>
          <ac:picMkLst>
            <pc:docMk/>
            <pc:sldMk cId="1329409739" sldId="279"/>
            <ac:picMk id="9" creationId="{C081816B-838C-71AC-4F34-491181E10B7E}"/>
          </ac:picMkLst>
        </pc:picChg>
      </pc:sldChg>
      <pc:sldChg chg="addSp modSp new mod">
        <pc:chgData name="GOWTHAM DT" userId="ef041ab24cd2858a" providerId="LiveId" clId="{0734D2BE-1726-48CB-B1B6-546D7A0D0594}" dt="2026-10-04T16:06:10.916" v="179" actId="122"/>
        <pc:sldMkLst>
          <pc:docMk/>
          <pc:sldMk cId="3569026230" sldId="280"/>
        </pc:sldMkLst>
        <pc:spChg chg="mod">
          <ac:chgData name="GOWTHAM DT" userId="ef041ab24cd2858a" providerId="LiveId" clId="{0734D2BE-1726-48CB-B1B6-546D7A0D0594}" dt="2026-10-04T16:06:10.916" v="179" actId="122"/>
          <ac:spMkLst>
            <pc:docMk/>
            <pc:sldMk cId="3569026230" sldId="280"/>
            <ac:spMk id="2" creationId="{F7CC59B6-E2E3-FF28-4FAC-3991BD200CA1}"/>
          </ac:spMkLst>
        </pc:spChg>
        <pc:spChg chg="mod">
          <ac:chgData name="GOWTHAM DT" userId="ef041ab24cd2858a" providerId="LiveId" clId="{0734D2BE-1726-48CB-B1B6-546D7A0D0594}" dt="2026-10-04T15:42:15.559" v="99" actId="12"/>
          <ac:spMkLst>
            <pc:docMk/>
            <pc:sldMk cId="3569026230" sldId="280"/>
            <ac:spMk id="3" creationId="{502ED8FA-46BA-B360-8E01-361571A5E9C6}"/>
          </ac:spMkLst>
        </pc:spChg>
        <pc:picChg chg="add">
          <ac:chgData name="GOWTHAM DT" userId="ef041ab24cd2858a" providerId="LiveId" clId="{0734D2BE-1726-48CB-B1B6-546D7A0D0594}" dt="2026-10-04T15:40:00.399" v="87" actId="22"/>
          <ac:picMkLst>
            <pc:docMk/>
            <pc:sldMk cId="3569026230" sldId="280"/>
            <ac:picMk id="5" creationId="{2BD26594-821E-388B-DE14-4A0384691DB4}"/>
          </ac:picMkLst>
        </pc:picChg>
        <pc:picChg chg="add">
          <ac:chgData name="GOWTHAM DT" userId="ef041ab24cd2858a" providerId="LiveId" clId="{0734D2BE-1726-48CB-B1B6-546D7A0D0594}" dt="2026-10-04T15:40:10.565" v="88" actId="22"/>
          <ac:picMkLst>
            <pc:docMk/>
            <pc:sldMk cId="3569026230" sldId="280"/>
            <ac:picMk id="7" creationId="{C066B3B4-4BD9-EC0F-26D6-6541AFCFC5EC}"/>
          </ac:picMkLst>
        </pc:picChg>
      </pc:sldChg>
      <pc:sldChg chg="addSp delSp modSp new mod">
        <pc:chgData name="GOWTHAM DT" userId="ef041ab24cd2858a" providerId="LiveId" clId="{0734D2BE-1726-48CB-B1B6-546D7A0D0594}" dt="2026-10-04T16:06:21.040" v="180" actId="122"/>
        <pc:sldMkLst>
          <pc:docMk/>
          <pc:sldMk cId="2694253980" sldId="281"/>
        </pc:sldMkLst>
        <pc:spChg chg="mod">
          <ac:chgData name="GOWTHAM DT" userId="ef041ab24cd2858a" providerId="LiveId" clId="{0734D2BE-1726-48CB-B1B6-546D7A0D0594}" dt="2026-10-04T16:06:21.040" v="180" actId="122"/>
          <ac:spMkLst>
            <pc:docMk/>
            <pc:sldMk cId="2694253980" sldId="281"/>
            <ac:spMk id="2" creationId="{F7CB355C-0032-220D-AD9B-B638A603D723}"/>
          </ac:spMkLst>
        </pc:spChg>
        <pc:spChg chg="mod">
          <ac:chgData name="GOWTHAM DT" userId="ef041ab24cd2858a" providerId="LiveId" clId="{0734D2BE-1726-48CB-B1B6-546D7A0D0594}" dt="2026-10-04T15:54:12.275" v="121" actId="12"/>
          <ac:spMkLst>
            <pc:docMk/>
            <pc:sldMk cId="2694253980" sldId="281"/>
            <ac:spMk id="3" creationId="{9D4C3F36-E7F5-4EAC-7BA5-5B361EF9AC4E}"/>
          </ac:spMkLst>
        </pc:spChg>
        <pc:spChg chg="add del mod">
          <ac:chgData name="GOWTHAM DT" userId="ef041ab24cd2858a" providerId="LiveId" clId="{0734D2BE-1726-48CB-B1B6-546D7A0D0594}" dt="2026-10-04T15:51:54.732" v="119" actId="478"/>
          <ac:spMkLst>
            <pc:docMk/>
            <pc:sldMk cId="2694253980" sldId="281"/>
            <ac:spMk id="10" creationId="{61A69863-5624-7AA5-87B7-4A474346CAE4}"/>
          </ac:spMkLst>
        </pc:spChg>
        <pc:graphicFrameChg chg="add mod modGraphic">
          <ac:chgData name="GOWTHAM DT" userId="ef041ab24cd2858a" providerId="LiveId" clId="{0734D2BE-1726-48CB-B1B6-546D7A0D0594}" dt="2026-10-04T15:54:20.738" v="122" actId="1076"/>
          <ac:graphicFrameMkLst>
            <pc:docMk/>
            <pc:sldMk cId="2694253980" sldId="281"/>
            <ac:graphicFrameMk id="8" creationId="{7A59C0FA-6C9A-EA80-2E0B-43262DB6DF92}"/>
          </ac:graphicFrameMkLst>
        </pc:graphicFrameChg>
        <pc:picChg chg="add">
          <ac:chgData name="GOWTHAM DT" userId="ef041ab24cd2858a" providerId="LiveId" clId="{0734D2BE-1726-48CB-B1B6-546D7A0D0594}" dt="2026-10-04T15:43:49.443" v="103" actId="22"/>
          <ac:picMkLst>
            <pc:docMk/>
            <pc:sldMk cId="2694253980" sldId="281"/>
            <ac:picMk id="5" creationId="{8FF66594-6278-8560-856A-6EF6962E12AF}"/>
          </ac:picMkLst>
        </pc:picChg>
        <pc:picChg chg="add">
          <ac:chgData name="GOWTHAM DT" userId="ef041ab24cd2858a" providerId="LiveId" clId="{0734D2BE-1726-48CB-B1B6-546D7A0D0594}" dt="2026-10-04T15:43:57.226" v="104" actId="22"/>
          <ac:picMkLst>
            <pc:docMk/>
            <pc:sldMk cId="2694253980" sldId="281"/>
            <ac:picMk id="7" creationId="{BC007753-13AC-6105-1191-B4C1F0ED34DE}"/>
          </ac:picMkLst>
        </pc:picChg>
      </pc:sldChg>
      <pc:sldChg chg="addSp modSp new mod">
        <pc:chgData name="GOWTHAM DT" userId="ef041ab24cd2858a" providerId="LiveId" clId="{0734D2BE-1726-48CB-B1B6-546D7A0D0594}" dt="2026-10-04T16:06:35.006" v="181" actId="113"/>
        <pc:sldMkLst>
          <pc:docMk/>
          <pc:sldMk cId="3069193011" sldId="282"/>
        </pc:sldMkLst>
        <pc:spChg chg="mod">
          <ac:chgData name="GOWTHAM DT" userId="ef041ab24cd2858a" providerId="LiveId" clId="{0734D2BE-1726-48CB-B1B6-546D7A0D0594}" dt="2026-10-04T16:06:35.006" v="181" actId="113"/>
          <ac:spMkLst>
            <pc:docMk/>
            <pc:sldMk cId="3069193011" sldId="282"/>
            <ac:spMk id="2" creationId="{02ED57FC-B7CE-1728-D075-341E04D28EB8}"/>
          </ac:spMkLst>
        </pc:spChg>
        <pc:spChg chg="mod">
          <ac:chgData name="GOWTHAM DT" userId="ef041ab24cd2858a" providerId="LiveId" clId="{0734D2BE-1726-48CB-B1B6-546D7A0D0594}" dt="2026-10-04T15:59:14.528" v="153" actId="12"/>
          <ac:spMkLst>
            <pc:docMk/>
            <pc:sldMk cId="3069193011" sldId="282"/>
            <ac:spMk id="3" creationId="{255E31A4-BEA2-E4AF-CA5B-BEF02AA4B9DB}"/>
          </ac:spMkLst>
        </pc:spChg>
        <pc:picChg chg="add">
          <ac:chgData name="GOWTHAM DT" userId="ef041ab24cd2858a" providerId="LiveId" clId="{0734D2BE-1726-48CB-B1B6-546D7A0D0594}" dt="2026-10-04T15:57:54.024" v="138" actId="22"/>
          <ac:picMkLst>
            <pc:docMk/>
            <pc:sldMk cId="3069193011" sldId="282"/>
            <ac:picMk id="5" creationId="{925CE3C4-F9AC-0648-51F1-0ACCE14497C2}"/>
          </ac:picMkLst>
        </pc:picChg>
        <pc:picChg chg="add">
          <ac:chgData name="GOWTHAM DT" userId="ef041ab24cd2858a" providerId="LiveId" clId="{0734D2BE-1726-48CB-B1B6-546D7A0D0594}" dt="2026-10-04T15:58:02.665" v="139" actId="22"/>
          <ac:picMkLst>
            <pc:docMk/>
            <pc:sldMk cId="3069193011" sldId="282"/>
            <ac:picMk id="7" creationId="{E552A705-8FF5-BF54-8B1C-303B097C0CE4}"/>
          </ac:picMkLst>
        </pc:picChg>
      </pc:sldChg>
      <pc:sldChg chg="addSp modSp new mod">
        <pc:chgData name="GOWTHAM DT" userId="ef041ab24cd2858a" providerId="LiveId" clId="{0734D2BE-1726-48CB-B1B6-546D7A0D0594}" dt="2026-10-04T16:09:55.203" v="231" actId="255"/>
        <pc:sldMkLst>
          <pc:docMk/>
          <pc:sldMk cId="3215244275" sldId="283"/>
        </pc:sldMkLst>
        <pc:spChg chg="mod">
          <ac:chgData name="GOWTHAM DT" userId="ef041ab24cd2858a" providerId="LiveId" clId="{0734D2BE-1726-48CB-B1B6-546D7A0D0594}" dt="2026-10-04T16:07:55.288" v="196" actId="14100"/>
          <ac:spMkLst>
            <pc:docMk/>
            <pc:sldMk cId="3215244275" sldId="283"/>
            <ac:spMk id="2" creationId="{A5290060-C6A8-6E0F-9409-9DE3CD3834A1}"/>
          </ac:spMkLst>
        </pc:spChg>
        <pc:spChg chg="mod">
          <ac:chgData name="GOWTHAM DT" userId="ef041ab24cd2858a" providerId="LiveId" clId="{0734D2BE-1726-48CB-B1B6-546D7A0D0594}" dt="2026-10-04T16:09:55.203" v="231" actId="255"/>
          <ac:spMkLst>
            <pc:docMk/>
            <pc:sldMk cId="3215244275" sldId="283"/>
            <ac:spMk id="3" creationId="{F00A7F3E-3290-B549-3733-E40909B57BF5}"/>
          </ac:spMkLst>
        </pc:spChg>
        <pc:picChg chg="add">
          <ac:chgData name="GOWTHAM DT" userId="ef041ab24cd2858a" providerId="LiveId" clId="{0734D2BE-1726-48CB-B1B6-546D7A0D0594}" dt="2026-10-04T16:06:55.338" v="185" actId="22"/>
          <ac:picMkLst>
            <pc:docMk/>
            <pc:sldMk cId="3215244275" sldId="283"/>
            <ac:picMk id="5" creationId="{DF8D70EF-DB0B-1BB6-5031-AB31AE993CA4}"/>
          </ac:picMkLst>
        </pc:picChg>
        <pc:picChg chg="add">
          <ac:chgData name="GOWTHAM DT" userId="ef041ab24cd2858a" providerId="LiveId" clId="{0734D2BE-1726-48CB-B1B6-546D7A0D0594}" dt="2026-10-04T16:07:02.463" v="186" actId="22"/>
          <ac:picMkLst>
            <pc:docMk/>
            <pc:sldMk cId="3215244275" sldId="283"/>
            <ac:picMk id="7" creationId="{C25D5959-2360-8B95-D2E1-09D44FEACF16}"/>
          </ac:picMkLst>
        </pc:picChg>
      </pc:sldChg>
      <pc:sldChg chg="addSp delSp modSp new del mod">
        <pc:chgData name="GOWTHAM DT" userId="ef041ab24cd2858a" providerId="LiveId" clId="{0734D2BE-1726-48CB-B1B6-546D7A0D0594}" dt="2026-10-04T16:17:48.548" v="287" actId="47"/>
        <pc:sldMkLst>
          <pc:docMk/>
          <pc:sldMk cId="513706583" sldId="284"/>
        </pc:sldMkLst>
        <pc:spChg chg="del">
          <ac:chgData name="GOWTHAM DT" userId="ef041ab24cd2858a" providerId="LiveId" clId="{0734D2BE-1726-48CB-B1B6-546D7A0D0594}" dt="2026-10-04T16:12:03.843" v="233" actId="478"/>
          <ac:spMkLst>
            <pc:docMk/>
            <pc:sldMk cId="513706583" sldId="284"/>
            <ac:spMk id="2" creationId="{00FC8A94-E2C7-6074-F444-CFF4F2CC40F9}"/>
          </ac:spMkLst>
        </pc:spChg>
        <pc:spChg chg="mod">
          <ac:chgData name="GOWTHAM DT" userId="ef041ab24cd2858a" providerId="LiveId" clId="{0734D2BE-1726-48CB-B1B6-546D7A0D0594}" dt="2026-10-04T16:17:32.478" v="285" actId="113"/>
          <ac:spMkLst>
            <pc:docMk/>
            <pc:sldMk cId="513706583" sldId="284"/>
            <ac:spMk id="3" creationId="{E39C53A8-686C-E202-A0EC-53E8083FBE6F}"/>
          </ac:spMkLst>
        </pc:spChg>
        <pc:picChg chg="add del mod">
          <ac:chgData name="GOWTHAM DT" userId="ef041ab24cd2858a" providerId="LiveId" clId="{0734D2BE-1726-48CB-B1B6-546D7A0D0594}" dt="2026-10-04T16:15:28.083" v="246" actId="478"/>
          <ac:picMkLst>
            <pc:docMk/>
            <pc:sldMk cId="513706583" sldId="284"/>
            <ac:picMk id="5" creationId="{1CFEA380-39B6-67D7-3D5D-C2F3659A36AF}"/>
          </ac:picMkLst>
        </pc:picChg>
        <pc:picChg chg="add del mod">
          <ac:chgData name="GOWTHAM DT" userId="ef041ab24cd2858a" providerId="LiveId" clId="{0734D2BE-1726-48CB-B1B6-546D7A0D0594}" dt="2026-10-04T16:17:41.786" v="286" actId="478"/>
          <ac:picMkLst>
            <pc:docMk/>
            <pc:sldMk cId="513706583" sldId="284"/>
            <ac:picMk id="7" creationId="{5210328C-B37A-0ACA-8F82-426798D143FA}"/>
          </ac:picMkLst>
        </pc:picChg>
        <pc:picChg chg="add del mod">
          <ac:chgData name="GOWTHAM DT" userId="ef041ab24cd2858a" providerId="LiveId" clId="{0734D2BE-1726-48CB-B1B6-546D7A0D0594}" dt="2026-10-04T16:16:13.882" v="258" actId="478"/>
          <ac:picMkLst>
            <pc:docMk/>
            <pc:sldMk cId="513706583" sldId="284"/>
            <ac:picMk id="9" creationId="{2C53C56E-6F13-05C4-2CDE-352B496167BC}"/>
          </ac:picMkLst>
        </pc:picChg>
      </pc:sldChg>
      <pc:sldChg chg="addSp delSp modSp new mod">
        <pc:chgData name="GOWTHAM DT" userId="ef041ab24cd2858a" providerId="LiveId" clId="{0734D2BE-1726-48CB-B1B6-546D7A0D0594}" dt="2026-10-04T16:20:09.410" v="326" actId="14100"/>
        <pc:sldMkLst>
          <pc:docMk/>
          <pc:sldMk cId="2309197790" sldId="284"/>
        </pc:sldMkLst>
        <pc:spChg chg="mod">
          <ac:chgData name="GOWTHAM DT" userId="ef041ab24cd2858a" providerId="LiveId" clId="{0734D2BE-1726-48CB-B1B6-546D7A0D0594}" dt="2026-10-04T16:19:37.263" v="318" actId="14100"/>
          <ac:spMkLst>
            <pc:docMk/>
            <pc:sldMk cId="2309197790" sldId="284"/>
            <ac:spMk id="2" creationId="{BF4DDB52-AE5E-7D2E-A4D0-3280A4B3BCB9}"/>
          </ac:spMkLst>
        </pc:spChg>
        <pc:spChg chg="del mod">
          <ac:chgData name="GOWTHAM DT" userId="ef041ab24cd2858a" providerId="LiveId" clId="{0734D2BE-1726-48CB-B1B6-546D7A0D0594}" dt="2026-10-04T16:19:50.260" v="322" actId="478"/>
          <ac:spMkLst>
            <pc:docMk/>
            <pc:sldMk cId="2309197790" sldId="284"/>
            <ac:spMk id="3" creationId="{CDD2E3B4-5CF8-7AF5-C72A-152B6FA8F786}"/>
          </ac:spMkLst>
        </pc:spChg>
        <pc:spChg chg="add del mod">
          <ac:chgData name="GOWTHAM DT" userId="ef041ab24cd2858a" providerId="LiveId" clId="{0734D2BE-1726-48CB-B1B6-546D7A0D0594}" dt="2026-10-04T16:18:58.684" v="309"/>
          <ac:spMkLst>
            <pc:docMk/>
            <pc:sldMk cId="2309197790" sldId="284"/>
            <ac:spMk id="4" creationId="{2265B310-F5AD-A481-5553-EB5D4BB89052}"/>
          </ac:spMkLst>
        </pc:spChg>
        <pc:picChg chg="add">
          <ac:chgData name="GOWTHAM DT" userId="ef041ab24cd2858a" providerId="LiveId" clId="{0734D2BE-1726-48CB-B1B6-546D7A0D0594}" dt="2026-10-04T16:19:00.401" v="310" actId="22"/>
          <ac:picMkLst>
            <pc:docMk/>
            <pc:sldMk cId="2309197790" sldId="284"/>
            <ac:picMk id="6" creationId="{DA0890E5-48F8-5152-A6BF-6C13AB816262}"/>
          </ac:picMkLst>
        </pc:picChg>
        <pc:picChg chg="add">
          <ac:chgData name="GOWTHAM DT" userId="ef041ab24cd2858a" providerId="LiveId" clId="{0734D2BE-1726-48CB-B1B6-546D7A0D0594}" dt="2026-10-04T16:19:25.624" v="315" actId="22"/>
          <ac:picMkLst>
            <pc:docMk/>
            <pc:sldMk cId="2309197790" sldId="284"/>
            <ac:picMk id="8" creationId="{8CD5EC1B-8C6B-6719-0646-7823C253C18D}"/>
          </ac:picMkLst>
        </pc:picChg>
        <pc:picChg chg="add mod">
          <ac:chgData name="GOWTHAM DT" userId="ef041ab24cd2858a" providerId="LiveId" clId="{0734D2BE-1726-48CB-B1B6-546D7A0D0594}" dt="2026-10-04T16:20:09.410" v="326" actId="14100"/>
          <ac:picMkLst>
            <pc:docMk/>
            <pc:sldMk cId="2309197790" sldId="284"/>
            <ac:picMk id="10" creationId="{C062DA35-F1C0-1493-BFDF-08D34B486FC0}"/>
          </ac:picMkLst>
        </pc:picChg>
      </pc:sldChg>
      <pc:sldChg chg="addSp delSp modSp new mod">
        <pc:chgData name="GOWTHAM DT" userId="ef041ab24cd2858a" providerId="LiveId" clId="{0734D2BE-1726-48CB-B1B6-546D7A0D0594}" dt="2026-10-04T16:21:42.915" v="340" actId="14100"/>
        <pc:sldMkLst>
          <pc:docMk/>
          <pc:sldMk cId="2203637937" sldId="285"/>
        </pc:sldMkLst>
        <pc:spChg chg="mod">
          <ac:chgData name="GOWTHAM DT" userId="ef041ab24cd2858a" providerId="LiveId" clId="{0734D2BE-1726-48CB-B1B6-546D7A0D0594}" dt="2026-10-04T16:21:22.301" v="337" actId="122"/>
          <ac:spMkLst>
            <pc:docMk/>
            <pc:sldMk cId="2203637937" sldId="285"/>
            <ac:spMk id="2" creationId="{627DFD5C-59B7-A18D-F045-5F324DA63E23}"/>
          </ac:spMkLst>
        </pc:spChg>
        <pc:spChg chg="del">
          <ac:chgData name="GOWTHAM DT" userId="ef041ab24cd2858a" providerId="LiveId" clId="{0734D2BE-1726-48CB-B1B6-546D7A0D0594}" dt="2026-10-04T16:20:32.166" v="328" actId="478"/>
          <ac:spMkLst>
            <pc:docMk/>
            <pc:sldMk cId="2203637937" sldId="285"/>
            <ac:spMk id="3" creationId="{45B306E5-EDDA-D1E8-5EAE-62B605BF816F}"/>
          </ac:spMkLst>
        </pc:spChg>
        <pc:picChg chg="add">
          <ac:chgData name="GOWTHAM DT" userId="ef041ab24cd2858a" providerId="LiveId" clId="{0734D2BE-1726-48CB-B1B6-546D7A0D0594}" dt="2026-10-04T16:20:45.045" v="331" actId="22"/>
          <ac:picMkLst>
            <pc:docMk/>
            <pc:sldMk cId="2203637937" sldId="285"/>
            <ac:picMk id="5" creationId="{0B7A4BB8-DB43-8AC4-0A89-01E0B803B971}"/>
          </ac:picMkLst>
        </pc:picChg>
        <pc:picChg chg="add">
          <ac:chgData name="GOWTHAM DT" userId="ef041ab24cd2858a" providerId="LiveId" clId="{0734D2BE-1726-48CB-B1B6-546D7A0D0594}" dt="2026-10-04T16:20:58.313" v="332" actId="22"/>
          <ac:picMkLst>
            <pc:docMk/>
            <pc:sldMk cId="2203637937" sldId="285"/>
            <ac:picMk id="7" creationId="{8141C46B-CAF2-1C29-5CF8-97F577E00865}"/>
          </ac:picMkLst>
        </pc:picChg>
        <pc:picChg chg="add mod">
          <ac:chgData name="GOWTHAM DT" userId="ef041ab24cd2858a" providerId="LiveId" clId="{0734D2BE-1726-48CB-B1B6-546D7A0D0594}" dt="2026-10-04T16:21:42.915" v="340" actId="14100"/>
          <ac:picMkLst>
            <pc:docMk/>
            <pc:sldMk cId="2203637937" sldId="285"/>
            <ac:picMk id="9" creationId="{5941FE0A-0EEF-89F6-4F42-A5A8A28D34BF}"/>
          </ac:picMkLst>
        </pc:picChg>
      </pc:sldChg>
      <pc:sldChg chg="new del">
        <pc:chgData name="GOWTHAM DT" userId="ef041ab24cd2858a" providerId="LiveId" clId="{0734D2BE-1726-48CB-B1B6-546D7A0D0594}" dt="2026-10-04T16:14:34.594" v="239" actId="47"/>
        <pc:sldMkLst>
          <pc:docMk/>
          <pc:sldMk cId="2889090959"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d228f52a6_0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g3bd228f52a6_0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extLst>
      <p:ext uri="{BB962C8B-B14F-4D97-AF65-F5344CB8AC3E}">
        <p14:creationId xmlns:p14="http://schemas.microsoft.com/office/powerpoint/2010/main" val="3162943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sz="1100">
              <a:latin typeface="Arial"/>
              <a:ea typeface="Arial"/>
              <a:cs typeface="Arial"/>
              <a:sym typeface="Arial"/>
            </a:endParaRPr>
          </a:p>
        </p:txBody>
      </p:sp>
    </p:spTree>
    <p:extLst>
      <p:ext uri="{BB962C8B-B14F-4D97-AF65-F5344CB8AC3E}">
        <p14:creationId xmlns:p14="http://schemas.microsoft.com/office/powerpoint/2010/main" val="3222321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extLst>
      <p:ext uri="{BB962C8B-B14F-4D97-AF65-F5344CB8AC3E}">
        <p14:creationId xmlns:p14="http://schemas.microsoft.com/office/powerpoint/2010/main" val="2184148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extLst>
      <p:ext uri="{BB962C8B-B14F-4D97-AF65-F5344CB8AC3E}">
        <p14:creationId xmlns:p14="http://schemas.microsoft.com/office/powerpoint/2010/main" val="2863878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extLst>
      <p:ext uri="{BB962C8B-B14F-4D97-AF65-F5344CB8AC3E}">
        <p14:creationId xmlns:p14="http://schemas.microsoft.com/office/powerpoint/2010/main" val="3131267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extLst>
      <p:ext uri="{BB962C8B-B14F-4D97-AF65-F5344CB8AC3E}">
        <p14:creationId xmlns:p14="http://schemas.microsoft.com/office/powerpoint/2010/main" val="3826603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extLst>
      <p:ext uri="{BB962C8B-B14F-4D97-AF65-F5344CB8AC3E}">
        <p14:creationId xmlns:p14="http://schemas.microsoft.com/office/powerpoint/2010/main" val="35156428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extLst>
      <p:ext uri="{BB962C8B-B14F-4D97-AF65-F5344CB8AC3E}">
        <p14:creationId xmlns:p14="http://schemas.microsoft.com/office/powerpoint/2010/main" val="1549458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extLst>
      <p:ext uri="{BB962C8B-B14F-4D97-AF65-F5344CB8AC3E}">
        <p14:creationId xmlns:p14="http://schemas.microsoft.com/office/powerpoint/2010/main" val="1913546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extLst>
      <p:ext uri="{BB962C8B-B14F-4D97-AF65-F5344CB8AC3E}">
        <p14:creationId xmlns:p14="http://schemas.microsoft.com/office/powerpoint/2010/main" val="2690151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extLst>
      <p:ext uri="{BB962C8B-B14F-4D97-AF65-F5344CB8AC3E}">
        <p14:creationId xmlns:p14="http://schemas.microsoft.com/office/powerpoint/2010/main" val="2085390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extLst>
      <p:ext uri="{BB962C8B-B14F-4D97-AF65-F5344CB8AC3E}">
        <p14:creationId xmlns:p14="http://schemas.microsoft.com/office/powerpoint/2010/main" val="3990741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df84bd36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df84bd36e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2df84bd36e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extLst>
      <p:ext uri="{BB962C8B-B14F-4D97-AF65-F5344CB8AC3E}">
        <p14:creationId xmlns:p14="http://schemas.microsoft.com/office/powerpoint/2010/main" val="853257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f64bcccb14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g3f64bcccb14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1" name="Google Shape;71;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3"/>
        <p:cNvGrpSpPr/>
        <p:nvPr/>
      </p:nvGrpSpPr>
      <p:grpSpPr>
        <a:xfrm>
          <a:off x="0" y="0"/>
          <a:ext cx="0" cy="0"/>
          <a:chOff x="0" y="0"/>
          <a:chExt cx="0" cy="0"/>
        </a:xfrm>
      </p:grpSpPr>
      <p:sp>
        <p:nvSpPr>
          <p:cNvPr id="74" name="Google Shape;74;p17"/>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17"/>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6" name="Google Shape;76;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 name="Google Shape;77;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1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1" name="Google Shape;81;p18"/>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2" name="Google Shape;82;p18"/>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3" name="Google Shape;83;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4" name="Google Shape;84;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6"/>
        <p:cNvGrpSpPr/>
        <p:nvPr/>
      </p:nvGrpSpPr>
      <p:grpSpPr>
        <a:xfrm>
          <a:off x="0" y="0"/>
          <a:ext cx="0" cy="0"/>
          <a:chOff x="0" y="0"/>
          <a:chExt cx="0" cy="0"/>
        </a:xfrm>
      </p:grpSpPr>
      <p:sp>
        <p:nvSpPr>
          <p:cNvPr id="87" name="Google Shape;87;p19"/>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8" name="Google Shape;88;p19"/>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9" name="Google Shape;89;p19"/>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19"/>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1" name="Google Shape;91;p19"/>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2" name="Google Shape;92;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300" cy="3655200"/>
          </a:xfrm>
          <a:prstGeom prst="rect">
            <a:avLst/>
          </a:prstGeom>
          <a:noFill/>
          <a:ln>
            <a:noFill/>
          </a:ln>
        </p:spPr>
      </p:sp>
      <p:sp>
        <p:nvSpPr>
          <p:cNvPr id="109" name="Google Shape;109;p22"/>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11700" y="445025"/>
            <a:ext cx="8520600" cy="572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311700" y="1152475"/>
            <a:ext cx="8520600" cy="34164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0"/>
              </a:spcBef>
              <a:spcAft>
                <a:spcPts val="0"/>
              </a:spcAft>
              <a:buSzPts val="1800"/>
              <a:buChar char="●"/>
              <a:defRPr/>
            </a:lvl1pPr>
            <a:lvl2pPr marL="685800" lvl="1" indent="-238125" algn="l">
              <a:lnSpc>
                <a:spcPct val="90000"/>
              </a:lnSpc>
              <a:spcBef>
                <a:spcPts val="0"/>
              </a:spcBef>
              <a:spcAft>
                <a:spcPts val="0"/>
              </a:spcAft>
              <a:buSzPts val="1400"/>
              <a:buChar char="○"/>
              <a:defRPr/>
            </a:lvl2pPr>
            <a:lvl3pPr marL="1028700" lvl="2" indent="-238125" algn="l">
              <a:lnSpc>
                <a:spcPct val="90000"/>
              </a:lnSpc>
              <a:spcBef>
                <a:spcPts val="0"/>
              </a:spcBef>
              <a:spcAft>
                <a:spcPts val="0"/>
              </a:spcAft>
              <a:buSzPts val="1400"/>
              <a:buChar char="■"/>
              <a:defRPr/>
            </a:lvl3pPr>
            <a:lvl4pPr marL="1371600" lvl="3" indent="-238125" algn="l">
              <a:lnSpc>
                <a:spcPct val="90000"/>
              </a:lnSpc>
              <a:spcBef>
                <a:spcPts val="0"/>
              </a:spcBef>
              <a:spcAft>
                <a:spcPts val="0"/>
              </a:spcAft>
              <a:buSzPts val="1400"/>
              <a:buChar char="●"/>
              <a:defRPr/>
            </a:lvl4pPr>
            <a:lvl5pPr marL="1714500" lvl="4" indent="-238125" algn="l">
              <a:lnSpc>
                <a:spcPct val="90000"/>
              </a:lnSpc>
              <a:spcBef>
                <a:spcPts val="0"/>
              </a:spcBef>
              <a:spcAft>
                <a:spcPts val="0"/>
              </a:spcAft>
              <a:buSzPts val="1400"/>
              <a:buChar char="○"/>
              <a:defRPr/>
            </a:lvl5pPr>
            <a:lvl6pPr marL="2057400" lvl="5" indent="-238125" algn="l">
              <a:lnSpc>
                <a:spcPct val="90000"/>
              </a:lnSpc>
              <a:spcBef>
                <a:spcPts val="0"/>
              </a:spcBef>
              <a:spcAft>
                <a:spcPts val="0"/>
              </a:spcAft>
              <a:buSzPts val="1400"/>
              <a:buChar char="■"/>
              <a:defRPr/>
            </a:lvl6pPr>
            <a:lvl7pPr marL="2400300" lvl="6" indent="-238125" algn="l">
              <a:lnSpc>
                <a:spcPct val="90000"/>
              </a:lnSpc>
              <a:spcBef>
                <a:spcPts val="0"/>
              </a:spcBef>
              <a:spcAft>
                <a:spcPts val="0"/>
              </a:spcAft>
              <a:buSzPts val="1400"/>
              <a:buChar char="●"/>
              <a:defRPr/>
            </a:lvl7pPr>
            <a:lvl8pPr marL="2743200" lvl="7" indent="-238125" algn="l">
              <a:lnSpc>
                <a:spcPct val="90000"/>
              </a:lnSpc>
              <a:spcBef>
                <a:spcPts val="0"/>
              </a:spcBef>
              <a:spcAft>
                <a:spcPts val="0"/>
              </a:spcAft>
              <a:buSzPts val="1400"/>
              <a:buChar char="○"/>
              <a:defRPr/>
            </a:lvl8pPr>
            <a:lvl9pPr marL="3086100" lvl="8" indent="-238125" algn="l">
              <a:lnSpc>
                <a:spcPct val="90000"/>
              </a:lnSpc>
              <a:spcBef>
                <a:spcPts val="0"/>
              </a:spcBef>
              <a:spcAft>
                <a:spcPts val="0"/>
              </a:spcAft>
              <a:buSzPts val="1400"/>
              <a:buChar char="■"/>
              <a:defRPr/>
            </a:lvl9pPr>
          </a:lstStyle>
          <a:p>
            <a:endParaRPr/>
          </a:p>
        </p:txBody>
      </p:sp>
      <p:sp>
        <p:nvSpPr>
          <p:cNvPr id="24" name="Google Shape;24;p2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59524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ctrTitle"/>
          </p:nvPr>
        </p:nvSpPr>
        <p:spPr>
          <a:xfrm>
            <a:off x="-101511" y="1310016"/>
            <a:ext cx="9369600" cy="769201"/>
          </a:xfrm>
          <a:prstGeom prst="rect">
            <a:avLst/>
          </a:prstGeom>
          <a:noFill/>
          <a:ln>
            <a:noFill/>
          </a:ln>
        </p:spPr>
        <p:txBody>
          <a:bodyPr spcFirstLastPara="1" wrap="square" lIns="68575" tIns="34275" rIns="68575" bIns="34275" anchor="b" anchorCtr="0">
            <a:noAutofit/>
          </a:bodyPr>
          <a:lstStyle/>
          <a:p>
            <a:pPr marL="0" lvl="0" indent="0" algn="ctr" rtl="0">
              <a:lnSpc>
                <a:spcPct val="150000"/>
              </a:lnSpc>
              <a:spcBef>
                <a:spcPts val="0"/>
              </a:spcBef>
              <a:spcAft>
                <a:spcPts val="0"/>
              </a:spcAft>
              <a:buClr>
                <a:srgbClr val="002060"/>
              </a:buClr>
              <a:buSzPts val="2000"/>
              <a:buFont typeface="Times New Roman"/>
              <a:buNone/>
            </a:pPr>
            <a:r>
              <a:rPr lang="en" sz="1800" b="1" dirty="0">
                <a:solidFill>
                  <a:srgbClr val="002060"/>
                </a:solidFill>
                <a:latin typeface="Times New Roman"/>
                <a:ea typeface="Times New Roman"/>
                <a:cs typeface="Times New Roman"/>
                <a:sym typeface="Times New Roman"/>
              </a:rPr>
              <a:t>DEPARTMENT OF CSE(ARTIFICIAL INTELLIGENCE AND MACHINE LEARNING)</a:t>
            </a:r>
            <a:endParaRPr sz="1800" b="1" dirty="0">
              <a:solidFill>
                <a:srgbClr val="002060"/>
              </a:solidFill>
              <a:latin typeface="Times New Roman"/>
              <a:ea typeface="Times New Roman"/>
              <a:cs typeface="Times New Roman"/>
              <a:sym typeface="Times New Roman"/>
            </a:endParaRPr>
          </a:p>
        </p:txBody>
      </p:sp>
      <p:pic>
        <p:nvPicPr>
          <p:cNvPr id="130" name="Google Shape;130;p25"/>
          <p:cNvPicPr preferRelativeResize="0"/>
          <p:nvPr/>
        </p:nvPicPr>
        <p:blipFill rotWithShape="1">
          <a:blip r:embed="rId3">
            <a:alphaModFix/>
          </a:blip>
          <a:srcRect/>
          <a:stretch/>
        </p:blipFill>
        <p:spPr>
          <a:xfrm>
            <a:off x="57046" y="36335"/>
            <a:ext cx="3439043" cy="1204636"/>
          </a:xfrm>
          <a:prstGeom prst="rect">
            <a:avLst/>
          </a:prstGeom>
          <a:noFill/>
          <a:ln>
            <a:noFill/>
          </a:ln>
        </p:spPr>
      </p:pic>
      <p:sp>
        <p:nvSpPr>
          <p:cNvPr id="131" name="Google Shape;131;p25"/>
          <p:cNvSpPr txBox="1"/>
          <p:nvPr/>
        </p:nvSpPr>
        <p:spPr>
          <a:xfrm>
            <a:off x="792339" y="2415227"/>
            <a:ext cx="7581900" cy="551700"/>
          </a:xfrm>
          <a:prstGeom prst="rect">
            <a:avLst/>
          </a:prstGeom>
          <a:noFill/>
          <a:ln>
            <a:noFill/>
          </a:ln>
        </p:spPr>
        <p:txBody>
          <a:bodyPr spcFirstLastPara="1" wrap="square" lIns="68575" tIns="34275" rIns="68575" bIns="34275" anchor="b" anchorCtr="0">
            <a:noAutofit/>
          </a:bodyPr>
          <a:lstStyle/>
          <a:p>
            <a:pPr marL="0" marR="0" lvl="0" indent="0" algn="ctr" rtl="0">
              <a:lnSpc>
                <a:spcPct val="90000"/>
              </a:lnSpc>
              <a:spcBef>
                <a:spcPts val="0"/>
              </a:spcBef>
              <a:spcAft>
                <a:spcPts val="0"/>
              </a:spcAft>
              <a:buClr>
                <a:srgbClr val="002060"/>
              </a:buClr>
              <a:buSzPts val="2400"/>
              <a:buFont typeface="Times New Roman"/>
              <a:buNone/>
            </a:pPr>
            <a:r>
              <a:rPr lang="en" sz="2400" b="1" dirty="0">
                <a:solidFill>
                  <a:srgbClr val="002060"/>
                </a:solidFill>
                <a:latin typeface="Times New Roman"/>
                <a:ea typeface="Times New Roman"/>
                <a:cs typeface="Times New Roman"/>
                <a:sym typeface="Times New Roman"/>
              </a:rPr>
              <a:t>BATCH - 03</a:t>
            </a:r>
            <a:endParaRPr sz="2400" b="1" i="0" u="none" strike="noStrike" cap="none" dirty="0">
              <a:solidFill>
                <a:srgbClr val="002060"/>
              </a:solidFill>
              <a:latin typeface="Times New Roman"/>
              <a:ea typeface="Times New Roman"/>
              <a:cs typeface="Times New Roman"/>
              <a:sym typeface="Times New Roman"/>
            </a:endParaRPr>
          </a:p>
        </p:txBody>
      </p:sp>
      <p:sp>
        <p:nvSpPr>
          <p:cNvPr id="132" name="Google Shape;132;p25"/>
          <p:cNvSpPr txBox="1"/>
          <p:nvPr/>
        </p:nvSpPr>
        <p:spPr>
          <a:xfrm>
            <a:off x="187600" y="2966927"/>
            <a:ext cx="6344400" cy="18540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en" sz="2100" b="1" i="0" u="none" strike="noStrike" cap="none" dirty="0">
                <a:solidFill>
                  <a:srgbClr val="002060"/>
                </a:solidFill>
                <a:latin typeface="Times New Roman"/>
                <a:ea typeface="Times New Roman"/>
                <a:cs typeface="Times New Roman"/>
                <a:sym typeface="Times New Roman"/>
              </a:rPr>
              <a:t>Presented By:</a:t>
            </a:r>
            <a:endParaRPr sz="2100" b="1" dirty="0">
              <a:solidFill>
                <a:srgbClr val="002060"/>
              </a:solidFill>
              <a:latin typeface="Times New Roman"/>
              <a:ea typeface="Times New Roman"/>
              <a:cs typeface="Times New Roman"/>
              <a:sym typeface="Times New Roman"/>
            </a:endParaRPr>
          </a:p>
          <a:p>
            <a:r>
              <a:rPr lang="en" sz="1900" b="1" dirty="0">
                <a:solidFill>
                  <a:schemeClr val="dk1"/>
                </a:solidFill>
                <a:latin typeface="Times New Roman"/>
                <a:ea typeface="Times New Roman"/>
                <a:cs typeface="Times New Roman"/>
                <a:sym typeface="Times New Roman"/>
              </a:rPr>
              <a:t>Dharani Indhiran V(2503811714821009)</a:t>
            </a:r>
          </a:p>
          <a:p>
            <a:r>
              <a:rPr lang="en" sz="1900" b="1" dirty="0">
                <a:solidFill>
                  <a:schemeClr val="dk1"/>
                </a:solidFill>
                <a:latin typeface="Times New Roman"/>
                <a:ea typeface="Times New Roman"/>
                <a:cs typeface="Times New Roman"/>
                <a:sym typeface="Times New Roman"/>
              </a:rPr>
              <a:t>Dhuhash U               (2503811714821010)</a:t>
            </a:r>
          </a:p>
          <a:p>
            <a:r>
              <a:rPr lang="en" sz="1900" b="1" dirty="0">
                <a:solidFill>
                  <a:schemeClr val="dk1"/>
                </a:solidFill>
                <a:latin typeface="Times New Roman"/>
                <a:ea typeface="Times New Roman"/>
                <a:cs typeface="Times New Roman"/>
                <a:sym typeface="Times New Roman"/>
              </a:rPr>
              <a:t>Gopika N                  (2503811714822011)</a:t>
            </a:r>
          </a:p>
          <a:p>
            <a:r>
              <a:rPr lang="en" sz="1900" b="1" dirty="0">
                <a:solidFill>
                  <a:schemeClr val="dk1"/>
                </a:solidFill>
                <a:latin typeface="Times New Roman"/>
                <a:ea typeface="Times New Roman"/>
                <a:cs typeface="Times New Roman"/>
                <a:sym typeface="Times New Roman"/>
              </a:rPr>
              <a:t>Gowtham D T          (2503811714821012)</a:t>
            </a:r>
            <a:endParaRPr sz="1900" b="1" dirty="0">
              <a:solidFill>
                <a:schemeClr val="dk1"/>
              </a:solidFill>
              <a:latin typeface="Times New Roman"/>
              <a:ea typeface="Times New Roman"/>
              <a:cs typeface="Times New Roman"/>
              <a:sym typeface="Times New Roman"/>
            </a:endParaRPr>
          </a:p>
          <a:p>
            <a:pPr marL="0" marR="0" lvl="0" indent="0" algn="l" rtl="0">
              <a:lnSpc>
                <a:spcPct val="100000"/>
              </a:lnSpc>
              <a:spcBef>
                <a:spcPts val="800"/>
              </a:spcBef>
              <a:spcAft>
                <a:spcPts val="0"/>
              </a:spcAft>
              <a:buNone/>
            </a:pPr>
            <a:br>
              <a:rPr lang="en" sz="1900" b="1" i="0" u="none" strike="noStrike" cap="none" dirty="0">
                <a:solidFill>
                  <a:schemeClr val="dk1"/>
                </a:solidFill>
                <a:latin typeface="Times New Roman"/>
                <a:ea typeface="Times New Roman"/>
                <a:cs typeface="Times New Roman"/>
                <a:sym typeface="Times New Roman"/>
              </a:rPr>
            </a:br>
            <a:endParaRPr sz="19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800"/>
              </a:spcBef>
              <a:spcAft>
                <a:spcPts val="0"/>
              </a:spcAft>
              <a:buNone/>
            </a:pPr>
            <a:endParaRPr sz="1900" b="1" i="0" u="none" strike="noStrike" cap="none" dirty="0">
              <a:solidFill>
                <a:srgbClr val="002060"/>
              </a:solidFill>
              <a:latin typeface="Times New Roman"/>
              <a:ea typeface="Times New Roman"/>
              <a:cs typeface="Times New Roman"/>
              <a:sym typeface="Times New Roman"/>
            </a:endParaRPr>
          </a:p>
        </p:txBody>
      </p:sp>
      <p:sp>
        <p:nvSpPr>
          <p:cNvPr id="133" name="Google Shape;133;p25"/>
          <p:cNvSpPr txBox="1"/>
          <p:nvPr/>
        </p:nvSpPr>
        <p:spPr>
          <a:xfrm>
            <a:off x="5620993" y="3277154"/>
            <a:ext cx="3246900" cy="1567500"/>
          </a:xfrm>
          <a:prstGeom prst="rect">
            <a:avLst/>
          </a:prstGeom>
          <a:noFill/>
          <a:ln>
            <a:noFill/>
          </a:ln>
        </p:spPr>
        <p:txBody>
          <a:bodyPr spcFirstLastPara="1" wrap="square" lIns="68575" tIns="34275" rIns="68575" bIns="34275" anchor="t" anchorCtr="0">
            <a:normAutofit fontScale="92500" lnSpcReduction="20000"/>
          </a:bodyPr>
          <a:lstStyle/>
          <a:p>
            <a:pPr marL="0" marR="0" lvl="0" indent="0" algn="l" rtl="0">
              <a:lnSpc>
                <a:spcPct val="90000"/>
              </a:lnSpc>
              <a:spcBef>
                <a:spcPts val="0"/>
              </a:spcBef>
              <a:spcAft>
                <a:spcPts val="0"/>
              </a:spcAft>
              <a:buClr>
                <a:srgbClr val="002060"/>
              </a:buClr>
              <a:buSzPts val="2100"/>
              <a:buFont typeface="Arial"/>
              <a:buNone/>
            </a:pPr>
            <a:r>
              <a:rPr lang="en" sz="2100" b="1" i="0" u="none" strike="noStrike" cap="none" dirty="0">
                <a:solidFill>
                  <a:srgbClr val="002060"/>
                </a:solidFill>
                <a:latin typeface="Times New Roman"/>
                <a:ea typeface="Times New Roman"/>
                <a:cs typeface="Times New Roman"/>
                <a:sym typeface="Times New Roman"/>
              </a:rPr>
              <a:t>Guided By:</a:t>
            </a:r>
            <a:endParaRPr sz="2100" b="1" i="0" u="none" strike="noStrike" cap="none" dirty="0">
              <a:solidFill>
                <a:srgbClr val="002060"/>
              </a:solidFill>
              <a:latin typeface="Times New Roman"/>
              <a:ea typeface="Times New Roman"/>
              <a:cs typeface="Times New Roman"/>
              <a:sym typeface="Times New Roman"/>
            </a:endParaRPr>
          </a:p>
          <a:p>
            <a:pPr>
              <a:lnSpc>
                <a:spcPct val="90000"/>
              </a:lnSpc>
              <a:spcBef>
                <a:spcPts val="800"/>
              </a:spcBef>
              <a:buClr>
                <a:srgbClr val="002060"/>
              </a:buClr>
              <a:buSzPts val="1500"/>
            </a:pPr>
            <a:r>
              <a:rPr lang="en" sz="1500" b="1" dirty="0">
                <a:solidFill>
                  <a:srgbClr val="002060"/>
                </a:solidFill>
                <a:latin typeface="Times New Roman"/>
                <a:ea typeface="Times New Roman"/>
                <a:cs typeface="Times New Roman"/>
                <a:sym typeface="Times New Roman"/>
              </a:rPr>
              <a:t>Mrs.</a:t>
            </a:r>
            <a:r>
              <a:rPr lang="en-US" sz="1600" b="1" dirty="0">
                <a:latin typeface="Times New Roman"/>
                <a:ea typeface="Times New Roman"/>
                <a:cs typeface="Times New Roman"/>
                <a:sym typeface="Times New Roman"/>
              </a:rPr>
              <a:t> </a:t>
            </a:r>
            <a:r>
              <a:rPr lang="en-US" sz="1600" b="1" dirty="0" err="1">
                <a:solidFill>
                  <a:srgbClr val="002060"/>
                </a:solidFill>
                <a:latin typeface="Times New Roman"/>
                <a:ea typeface="Times New Roman"/>
                <a:cs typeface="Times New Roman"/>
                <a:sym typeface="Times New Roman"/>
              </a:rPr>
              <a:t>Ms.S.Murgavlli</a:t>
            </a:r>
            <a:endParaRPr lang="en-US" sz="1600" b="1" dirty="0">
              <a:solidFill>
                <a:srgbClr val="002060"/>
              </a:solidFill>
              <a:latin typeface="Times New Roman"/>
              <a:ea typeface="Times New Roman"/>
              <a:cs typeface="Times New Roman"/>
              <a:sym typeface="Times New Roman"/>
            </a:endParaRPr>
          </a:p>
          <a:p>
            <a:pPr>
              <a:lnSpc>
                <a:spcPct val="90000"/>
              </a:lnSpc>
              <a:spcBef>
                <a:spcPts val="800"/>
              </a:spcBef>
              <a:buClr>
                <a:srgbClr val="002060"/>
              </a:buClr>
              <a:buSzPts val="1500"/>
            </a:pPr>
            <a:r>
              <a:rPr lang="en-US" sz="1600" b="1" dirty="0">
                <a:solidFill>
                  <a:srgbClr val="002060"/>
                </a:solidFill>
                <a:latin typeface="Times New Roman"/>
                <a:ea typeface="Times New Roman"/>
                <a:cs typeface="Times New Roman"/>
                <a:sym typeface="Times New Roman"/>
              </a:rPr>
              <a:t>ASSISTANT PROFESSOR / AI</a:t>
            </a:r>
          </a:p>
          <a:p>
            <a:pPr marL="0" marR="0" lvl="0" indent="0" algn="l" rtl="0">
              <a:lnSpc>
                <a:spcPct val="90000"/>
              </a:lnSpc>
              <a:spcBef>
                <a:spcPts val="800"/>
              </a:spcBef>
              <a:spcAft>
                <a:spcPts val="0"/>
              </a:spcAft>
              <a:buClr>
                <a:srgbClr val="002060"/>
              </a:buClr>
              <a:buSzPts val="1500"/>
              <a:buFont typeface="Arial"/>
              <a:buNone/>
            </a:pPr>
            <a:endParaRPr lang="en" sz="1500" b="1" dirty="0">
              <a:solidFill>
                <a:srgbClr val="002060"/>
              </a:solidFill>
              <a:latin typeface="Times New Roman"/>
              <a:ea typeface="Times New Roman"/>
              <a:cs typeface="Times New Roman"/>
              <a:sym typeface="Times New Roman"/>
            </a:endParaRPr>
          </a:p>
          <a:p>
            <a:pPr marL="0" marR="0" lvl="0" indent="0" algn="l" rtl="0">
              <a:lnSpc>
                <a:spcPct val="90000"/>
              </a:lnSpc>
              <a:spcBef>
                <a:spcPts val="800"/>
              </a:spcBef>
              <a:spcAft>
                <a:spcPts val="0"/>
              </a:spcAft>
              <a:buClr>
                <a:srgbClr val="002060"/>
              </a:buClr>
              <a:buSzPts val="1500"/>
              <a:buFont typeface="Arial"/>
              <a:buNone/>
            </a:pPr>
            <a:br>
              <a:rPr lang="en" sz="1500" b="1" dirty="0">
                <a:solidFill>
                  <a:srgbClr val="002060"/>
                </a:solidFill>
                <a:latin typeface="Times New Roman"/>
                <a:ea typeface="Times New Roman"/>
                <a:cs typeface="Times New Roman"/>
                <a:sym typeface="Times New Roman"/>
              </a:rPr>
            </a:br>
            <a:endParaRPr sz="1500" b="1" i="0" u="none" strike="noStrike" cap="none" dirty="0">
              <a:solidFill>
                <a:srgbClr val="002060"/>
              </a:solidFill>
              <a:latin typeface="Times New Roman"/>
              <a:ea typeface="Times New Roman"/>
              <a:cs typeface="Times New Roman"/>
              <a:sym typeface="Times New Roman"/>
            </a:endParaRPr>
          </a:p>
        </p:txBody>
      </p:sp>
      <p:sp>
        <p:nvSpPr>
          <p:cNvPr id="134" name="Google Shape;134;p25"/>
          <p:cNvSpPr txBox="1"/>
          <p:nvPr/>
        </p:nvSpPr>
        <p:spPr>
          <a:xfrm>
            <a:off x="893843" y="1800708"/>
            <a:ext cx="7581900" cy="769200"/>
          </a:xfrm>
          <a:prstGeom prst="rect">
            <a:avLst/>
          </a:prstGeom>
          <a:noFill/>
          <a:ln>
            <a:noFill/>
          </a:ln>
        </p:spPr>
        <p:txBody>
          <a:bodyPr spcFirstLastPara="1" wrap="square" lIns="68575" tIns="34275" rIns="68575" bIns="34275" anchor="b" anchorCtr="0">
            <a:noAutofit/>
          </a:bodyPr>
          <a:lstStyle/>
          <a:p>
            <a:pPr lvl="0" algn="ctr">
              <a:lnSpc>
                <a:spcPct val="90000"/>
              </a:lnSpc>
              <a:buClr>
                <a:schemeClr val="dk1"/>
              </a:buClr>
              <a:buSzPts val="1100"/>
            </a:pPr>
            <a:r>
              <a:rPr lang="en-US" sz="2400" b="1" dirty="0">
                <a:solidFill>
                  <a:srgbClr val="002060"/>
                </a:solidFill>
                <a:latin typeface="Times New Roman"/>
                <a:ea typeface="Times New Roman"/>
                <a:cs typeface="Times New Roman"/>
                <a:sym typeface="Times New Roman"/>
              </a:rPr>
              <a:t>AGI1242 – MACHINE LEARNING TECHNIQUES</a:t>
            </a:r>
            <a:endParaRPr sz="2400" b="1" dirty="0">
              <a:solidFill>
                <a:srgbClr val="00206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2df84bd36ed_0_0"/>
          <p:cNvSpPr txBox="1">
            <a:spLocks noGrp="1"/>
          </p:cNvSpPr>
          <p:nvPr>
            <p:ph type="sldNum" idx="12"/>
          </p:nvPr>
        </p:nvSpPr>
        <p:spPr>
          <a:xfrm>
            <a:off x="7764405" y="221797"/>
            <a:ext cx="628650" cy="575775"/>
          </a:xfrm>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2</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
        <p:nvSpPr>
          <p:cNvPr id="157" name="Google Shape;157;g2df84bd36ed_0_0"/>
          <p:cNvSpPr txBox="1"/>
          <p:nvPr/>
        </p:nvSpPr>
        <p:spPr>
          <a:xfrm>
            <a:off x="547352" y="2085907"/>
            <a:ext cx="8062175" cy="1198255"/>
          </a:xfrm>
          <a:prstGeom prst="rect">
            <a:avLst/>
          </a:prstGeom>
          <a:noFill/>
          <a:ln>
            <a:noFill/>
          </a:ln>
        </p:spPr>
        <p:txBody>
          <a:bodyPr spcFirstLastPara="1" wrap="square" lIns="68569" tIns="68569" rIns="68569" bIns="68569" anchor="t" anchorCtr="0">
            <a:spAutoFit/>
          </a:bodyPr>
          <a:lstStyle/>
          <a:p>
            <a:pPr marL="342900" algn="ctr">
              <a:lnSpc>
                <a:spcPct val="120000"/>
              </a:lnSpc>
              <a:spcBef>
                <a:spcPts val="244"/>
              </a:spcBef>
              <a:buSzPts val="3000"/>
            </a:pPr>
            <a:r>
              <a:rPr lang="en-US" sz="2800" b="1" dirty="0">
                <a:latin typeface="Times New Roman"/>
                <a:ea typeface="Times New Roman"/>
                <a:cs typeface="Times New Roman"/>
                <a:sym typeface="Times New Roman"/>
              </a:rPr>
              <a:t>Traffic Congestion Prediction And Prevention System Using K-Means</a:t>
            </a:r>
            <a:endParaRPr sz="2800" b="1" dirty="0">
              <a:solidFill>
                <a:schemeClr val="dk1"/>
              </a:solidFill>
              <a:latin typeface="Times New Roman"/>
              <a:ea typeface="Times New Roman"/>
              <a:cs typeface="Times New Roman"/>
              <a:sym typeface="Times New Roman"/>
            </a:endParaRPr>
          </a:p>
        </p:txBody>
      </p:sp>
      <p:sp>
        <p:nvSpPr>
          <p:cNvPr id="158" name="Google Shape;158;g2df84bd36ed_0_0"/>
          <p:cNvSpPr txBox="1"/>
          <p:nvPr/>
        </p:nvSpPr>
        <p:spPr>
          <a:xfrm>
            <a:off x="377625" y="1148401"/>
            <a:ext cx="8610975" cy="586677"/>
          </a:xfrm>
          <a:prstGeom prst="rect">
            <a:avLst/>
          </a:prstGeom>
          <a:noFill/>
          <a:ln>
            <a:noFill/>
          </a:ln>
        </p:spPr>
        <p:txBody>
          <a:bodyPr spcFirstLastPara="1" wrap="square" lIns="68569" tIns="68569" rIns="68569" bIns="68569" anchor="t" anchorCtr="0">
            <a:spAutoFit/>
          </a:bodyPr>
          <a:lstStyle/>
          <a:p>
            <a:pPr marR="185738" algn="just">
              <a:lnSpc>
                <a:spcPct val="150000"/>
              </a:lnSpc>
              <a:spcBef>
                <a:spcPts val="600"/>
              </a:spcBef>
              <a:spcAft>
                <a:spcPts val="600"/>
              </a:spcAft>
              <a:buClr>
                <a:schemeClr val="dk1"/>
              </a:buClr>
              <a:buSzPts val="1100"/>
            </a:pPr>
            <a:endParaRPr sz="1275">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27001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p:nvPr/>
        </p:nvSpPr>
        <p:spPr>
          <a:xfrm>
            <a:off x="579056" y="795338"/>
            <a:ext cx="7701343" cy="4348162"/>
          </a:xfrm>
          <a:prstGeom prst="rect">
            <a:avLst/>
          </a:prstGeom>
          <a:noFill/>
          <a:ln>
            <a:noFill/>
          </a:ln>
        </p:spPr>
        <p:txBody>
          <a:bodyPr spcFirstLastPara="1" wrap="square" lIns="91425" tIns="45694" rIns="91425" bIns="45694" anchor="t" anchorCtr="0">
            <a:noAutofit/>
          </a:bodyPr>
          <a:lstStyle/>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Objective </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Problem Statement</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Literature Survey </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System Architecture Diagram</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Existing System</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Proposed System </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Identified Modules </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Algorithms Used</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Implementation and Results</a:t>
            </a: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Performance Evaluation</a:t>
            </a:r>
          </a:p>
          <a:p>
            <a:pPr marL="342900" indent="-285750">
              <a:buSzPts val="240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Optimization Techniques</a:t>
            </a:r>
          </a:p>
          <a:p>
            <a:pPr marL="342900" indent="-285750">
              <a:buSzPts val="240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Limitations and Future Enhancements</a:t>
            </a:r>
            <a:endParaRPr lang="en-US" sz="1800" b="1" dirty="0">
              <a:latin typeface="Times New Roman" panose="02020603050405020304" pitchFamily="18" charset="0"/>
              <a:ea typeface="Times New Roman"/>
              <a:cs typeface="Times New Roman" panose="02020603050405020304" pitchFamily="18" charset="0"/>
              <a:sym typeface="Times New Roman"/>
            </a:endParaRPr>
          </a:p>
          <a:p>
            <a:pPr marL="342900" indent="-285750">
              <a:lnSpc>
                <a:spcPct val="115000"/>
              </a:lnSpc>
              <a:buSzPts val="2400"/>
              <a:buFont typeface="Wingdings" panose="05000000000000000000" pitchFamily="2" charset="2"/>
              <a:buChar char="Ø"/>
            </a:pPr>
            <a:r>
              <a:rPr lang="en-US" sz="1800" b="1" dirty="0">
                <a:latin typeface="Times New Roman"/>
                <a:ea typeface="Times New Roman"/>
                <a:cs typeface="Times New Roman"/>
                <a:sym typeface="Times New Roman"/>
              </a:rPr>
              <a:t>Conclusion</a:t>
            </a:r>
          </a:p>
        </p:txBody>
      </p:sp>
      <p:pic>
        <p:nvPicPr>
          <p:cNvPr id="94" name="Google Shape;94;p2"/>
          <p:cNvPicPr preferRelativeResize="0"/>
          <p:nvPr/>
        </p:nvPicPr>
        <p:blipFill rotWithShape="1">
          <a:blip r:embed="rId3">
            <a:alphaModFix/>
          </a:blip>
          <a:srcRect/>
          <a:stretch/>
        </p:blipFill>
        <p:spPr>
          <a:xfrm>
            <a:off x="104775" y="33338"/>
            <a:ext cx="762000" cy="762000"/>
          </a:xfrm>
          <a:prstGeom prst="rect">
            <a:avLst/>
          </a:prstGeom>
          <a:noFill/>
          <a:ln>
            <a:noFill/>
          </a:ln>
        </p:spPr>
      </p:pic>
      <p:pic>
        <p:nvPicPr>
          <p:cNvPr id="95" name="Google Shape;95;p2"/>
          <p:cNvPicPr preferRelativeResize="0"/>
          <p:nvPr/>
        </p:nvPicPr>
        <p:blipFill rotWithShape="1">
          <a:blip r:embed="rId4">
            <a:alphaModFix/>
          </a:blip>
          <a:srcRect/>
          <a:stretch/>
        </p:blipFill>
        <p:spPr>
          <a:xfrm>
            <a:off x="8280400" y="171451"/>
            <a:ext cx="825500" cy="795338"/>
          </a:xfrm>
          <a:prstGeom prst="rect">
            <a:avLst/>
          </a:prstGeom>
          <a:noFill/>
          <a:ln>
            <a:noFill/>
          </a:ln>
        </p:spPr>
      </p:pic>
      <p:sp>
        <p:nvSpPr>
          <p:cNvPr id="96" name="Google Shape;96;p2"/>
          <p:cNvSpPr txBox="1"/>
          <p:nvPr/>
        </p:nvSpPr>
        <p:spPr>
          <a:xfrm>
            <a:off x="396875" y="241370"/>
            <a:ext cx="8118475" cy="553968"/>
          </a:xfrm>
          <a:prstGeom prst="rect">
            <a:avLst/>
          </a:prstGeom>
          <a:noFill/>
          <a:ln>
            <a:noFill/>
          </a:ln>
        </p:spPr>
        <p:txBody>
          <a:bodyPr spcFirstLastPara="1" wrap="square" lIns="91425" tIns="91425" rIns="91425" bIns="91425" anchor="t" anchorCtr="0">
            <a:spAutoFit/>
          </a:bodyPr>
          <a:lstStyle/>
          <a:p>
            <a:pPr algn="ctr">
              <a:buSzPts val="3200"/>
            </a:pPr>
            <a:r>
              <a:rPr lang="en-US" sz="2400" b="1" dirty="0">
                <a:solidFill>
                  <a:srgbClr val="FF0000"/>
                </a:solidFill>
                <a:latin typeface="Times New Roman"/>
                <a:ea typeface="Times New Roman"/>
                <a:cs typeface="Times New Roman"/>
                <a:sym typeface="Times New Roman"/>
              </a:rPr>
              <a:t>PRESENTATION OVERVIEW</a:t>
            </a:r>
            <a:endParaRPr sz="24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1548066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atin typeface="Times New Roman"/>
                <a:ea typeface="Times New Roman"/>
                <a:cs typeface="Times New Roman"/>
                <a:sym typeface="Times New Roman"/>
              </a:rPr>
              <a:t>OBJECTIVE</a:t>
            </a:r>
            <a:endParaRPr lang="en-US" dirty="0"/>
          </a:p>
        </p:txBody>
      </p:sp>
      <p:sp>
        <p:nvSpPr>
          <p:cNvPr id="3" name="Text Placeholder 2"/>
          <p:cNvSpPr>
            <a:spLocks noGrp="1"/>
          </p:cNvSpPr>
          <p:nvPr>
            <p:ph type="body" idx="1"/>
          </p:nvPr>
        </p:nvSpPr>
        <p:spPr>
          <a:xfrm>
            <a:off x="628650" y="1097792"/>
            <a:ext cx="7886700" cy="3771864"/>
          </a:xfrm>
        </p:spPr>
        <p:txBody>
          <a:bodyPr>
            <a:normAutofit/>
          </a:bodyPr>
          <a:lstStyle/>
          <a:p>
            <a:pPr lvl="0"/>
            <a:r>
              <a:rPr lang="en-US" b="1" dirty="0">
                <a:latin typeface="Times New Roman" panose="02020603050405020304" pitchFamily="18" charset="0"/>
                <a:cs typeface="Times New Roman" panose="02020603050405020304" pitchFamily="18" charset="0"/>
              </a:rPr>
              <a:t>Analyze traffic data</a:t>
            </a:r>
            <a:r>
              <a:rPr lang="en-US" dirty="0">
                <a:latin typeface="Times New Roman" panose="02020603050405020304" pitchFamily="18" charset="0"/>
                <a:cs typeface="Times New Roman" panose="02020603050405020304" pitchFamily="18" charset="0"/>
              </a:rPr>
              <a:t> to understand traffic flow and congestion patterns.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Apply K-Means clustering</a:t>
            </a:r>
            <a:r>
              <a:rPr lang="en-US" dirty="0">
                <a:latin typeface="Times New Roman" panose="02020603050405020304" pitchFamily="18" charset="0"/>
                <a:cs typeface="Times New Roman" panose="02020603050405020304" pitchFamily="18" charset="0"/>
              </a:rPr>
              <a:t> to group similar traffic conditions.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Classify congestion levels</a:t>
            </a:r>
            <a:r>
              <a:rPr lang="en-US" dirty="0">
                <a:latin typeface="Times New Roman" panose="02020603050405020304" pitchFamily="18" charset="0"/>
                <a:cs typeface="Times New Roman" panose="02020603050405020304" pitchFamily="18" charset="0"/>
              </a:rPr>
              <a:t> such as low, medium, and high.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Identify congestion-prone areas</a:t>
            </a:r>
            <a:r>
              <a:rPr lang="en-US" dirty="0">
                <a:latin typeface="Times New Roman" panose="02020603050405020304" pitchFamily="18" charset="0"/>
                <a:cs typeface="Times New Roman" panose="02020603050405020304" pitchFamily="18" charset="0"/>
              </a:rPr>
              <a:t> and locations.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Detect peak congestion periods</a:t>
            </a:r>
            <a:r>
              <a:rPr lang="en-US" dirty="0">
                <a:latin typeface="Times New Roman" panose="02020603050405020304" pitchFamily="18" charset="0"/>
                <a:cs typeface="Times New Roman" panose="02020603050405020304" pitchFamily="18" charset="0"/>
              </a:rPr>
              <a:t> and high-risk time slots.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Predict potential congestion</a:t>
            </a:r>
            <a:r>
              <a:rPr lang="en-US" dirty="0">
                <a:latin typeface="Times New Roman" panose="02020603050405020304" pitchFamily="18" charset="0"/>
                <a:cs typeface="Times New Roman" panose="02020603050405020304" pitchFamily="18" charset="0"/>
              </a:rPr>
              <a:t> based on identified traffic patterns.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Support preventive measures</a:t>
            </a:r>
            <a:r>
              <a:rPr lang="en-US" dirty="0">
                <a:latin typeface="Times New Roman" panose="02020603050405020304" pitchFamily="18" charset="0"/>
                <a:cs typeface="Times New Roman" panose="02020603050405020304" pitchFamily="18" charset="0"/>
              </a:rPr>
              <a:t> to improve traffic flow.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Reduce travel delays</a:t>
            </a:r>
            <a:r>
              <a:rPr lang="en-US" dirty="0">
                <a:latin typeface="Times New Roman" panose="02020603050405020304" pitchFamily="18" charset="0"/>
                <a:cs typeface="Times New Roman" panose="02020603050405020304" pitchFamily="18" charset="0"/>
              </a:rPr>
              <a:t> and improve overall transportation efficiency.</a:t>
            </a:r>
          </a:p>
          <a:p>
            <a:pPr marL="139700" indent="0">
              <a:buNone/>
            </a:pPr>
            <a:endParaRPr lang="en-US" dirty="0"/>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4</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3740717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atin typeface="Times New Roman"/>
                <a:ea typeface="Times New Roman"/>
                <a:cs typeface="Times New Roman"/>
                <a:sym typeface="Times New Roman"/>
              </a:rPr>
              <a:t>Problem Statement</a:t>
            </a:r>
          </a:p>
        </p:txBody>
      </p:sp>
      <p:sp>
        <p:nvSpPr>
          <p:cNvPr id="3" name="Text Placeholder 2"/>
          <p:cNvSpPr>
            <a:spLocks noGrp="1"/>
          </p:cNvSpPr>
          <p:nvPr>
            <p:ph type="body" idx="1"/>
          </p:nvPr>
        </p:nvSpPr>
        <p:spPr>
          <a:xfrm>
            <a:off x="341289" y="1097792"/>
            <a:ext cx="8542605" cy="3771864"/>
          </a:xfrm>
        </p:spPr>
        <p:txBody>
          <a:bodyPr>
            <a:normAutofit fontScale="92500"/>
          </a:bodyPr>
          <a:lstStyle/>
          <a:p>
            <a:pPr lvl="0"/>
            <a:r>
              <a:rPr lang="en-US" b="1" dirty="0">
                <a:latin typeface="Times New Roman" panose="02020603050405020304" pitchFamily="18" charset="0"/>
                <a:cs typeface="Times New Roman" panose="02020603050405020304" pitchFamily="18" charset="0"/>
              </a:rPr>
              <a:t>Increasing vehicle density</a:t>
            </a:r>
            <a:r>
              <a:rPr lang="en-US" dirty="0">
                <a:latin typeface="Times New Roman" panose="02020603050405020304" pitchFamily="18" charset="0"/>
                <a:cs typeface="Times New Roman" panose="02020603050405020304" pitchFamily="18" charset="0"/>
              </a:rPr>
              <a:t> causes heavy traffic congestion.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Limited road capacity</a:t>
            </a:r>
            <a:r>
              <a:rPr lang="en-US" dirty="0">
                <a:latin typeface="Times New Roman" panose="02020603050405020304" pitchFamily="18" charset="0"/>
                <a:cs typeface="Times New Roman" panose="02020603050405020304" pitchFamily="18" charset="0"/>
              </a:rPr>
              <a:t> leads to traffic bottlenecks.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Accidents and unexpected events</a:t>
            </a:r>
            <a:r>
              <a:rPr lang="en-US" dirty="0">
                <a:latin typeface="Times New Roman" panose="02020603050405020304" pitchFamily="18" charset="0"/>
                <a:cs typeface="Times New Roman" panose="02020603050405020304" pitchFamily="18" charset="0"/>
              </a:rPr>
              <a:t> can worsen congestion.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Traditional systems are mostly reactive</a:t>
            </a:r>
            <a:r>
              <a:rPr lang="en-US" dirty="0">
                <a:latin typeface="Times New Roman" panose="02020603050405020304" pitchFamily="18" charset="0"/>
                <a:cs typeface="Times New Roman" panose="02020603050405020304" pitchFamily="18" charset="0"/>
              </a:rPr>
              <a:t> and respond after congestion occurs.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Recurring traffic patterns</a:t>
            </a:r>
            <a:r>
              <a:rPr lang="en-US" dirty="0">
                <a:latin typeface="Times New Roman" panose="02020603050405020304" pitchFamily="18" charset="0"/>
                <a:cs typeface="Times New Roman" panose="02020603050405020304" pitchFamily="18" charset="0"/>
              </a:rPr>
              <a:t> are not effectively identified.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Machine Learning is needed</a:t>
            </a:r>
            <a:r>
              <a:rPr lang="en-US" dirty="0">
                <a:latin typeface="Times New Roman" panose="02020603050405020304" pitchFamily="18" charset="0"/>
                <a:cs typeface="Times New Roman" panose="02020603050405020304" pitchFamily="18" charset="0"/>
              </a:rPr>
              <a:t> to analyze large amounts of traffic data. </a:t>
            </a:r>
          </a:p>
          <a:p>
            <a:pPr lvl="0"/>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K-Means clustering</a:t>
            </a:r>
            <a:r>
              <a:rPr lang="en-US" dirty="0">
                <a:latin typeface="Times New Roman" panose="02020603050405020304" pitchFamily="18" charset="0"/>
                <a:cs typeface="Times New Roman" panose="02020603050405020304" pitchFamily="18" charset="0"/>
              </a:rPr>
              <a:t> can identify different traffic patterns and congestion levels. </a:t>
            </a:r>
          </a:p>
          <a:p>
            <a:pPr lvl="0"/>
            <a:r>
              <a:rPr lang="en-US" dirty="0">
                <a:latin typeface="Times New Roman" panose="02020603050405020304" pitchFamily="18" charset="0"/>
                <a:cs typeface="Times New Roman" panose="02020603050405020304" pitchFamily="18" charset="0"/>
              </a:rPr>
              <a:t> The system can help </a:t>
            </a:r>
            <a:r>
              <a:rPr lang="en-US" b="1" dirty="0">
                <a:latin typeface="Times New Roman" panose="02020603050405020304" pitchFamily="18" charset="0"/>
                <a:cs typeface="Times New Roman" panose="02020603050405020304" pitchFamily="18" charset="0"/>
              </a:rPr>
              <a:t>detect congestion-prone conditions</a:t>
            </a:r>
            <a:r>
              <a:rPr lang="en-US" dirty="0">
                <a:latin typeface="Times New Roman" panose="02020603050405020304" pitchFamily="18" charset="0"/>
                <a:cs typeface="Times New Roman" panose="02020603050405020304" pitchFamily="18" charset="0"/>
              </a:rPr>
              <a:t> in advance. </a:t>
            </a:r>
          </a:p>
          <a:p>
            <a:pPr lvl="0"/>
            <a:r>
              <a:rPr lang="en-US" dirty="0">
                <a:latin typeface="Times New Roman" panose="02020603050405020304" pitchFamily="18" charset="0"/>
                <a:cs typeface="Times New Roman" panose="02020603050405020304" pitchFamily="18" charset="0"/>
              </a:rPr>
              <a:t> Supports </a:t>
            </a:r>
            <a:r>
              <a:rPr lang="en-US" b="1" dirty="0">
                <a:latin typeface="Times New Roman" panose="02020603050405020304" pitchFamily="18" charset="0"/>
                <a:cs typeface="Times New Roman" panose="02020603050405020304" pitchFamily="18" charset="0"/>
              </a:rPr>
              <a:t>preventive traffic management</a:t>
            </a:r>
            <a:r>
              <a:rPr lang="en-US" dirty="0">
                <a:latin typeface="Times New Roman" panose="02020603050405020304" pitchFamily="18" charset="0"/>
                <a:cs typeface="Times New Roman" panose="02020603050405020304" pitchFamily="18" charset="0"/>
              </a:rPr>
              <a:t> and better road utilization. </a:t>
            </a:r>
          </a:p>
          <a:p>
            <a:pPr lvl="0"/>
            <a:r>
              <a:rPr lang="en-US" dirty="0">
                <a:latin typeface="Times New Roman" panose="02020603050405020304" pitchFamily="18" charset="0"/>
                <a:cs typeface="Times New Roman" panose="02020603050405020304" pitchFamily="18" charset="0"/>
              </a:rPr>
              <a:t> Aims to </a:t>
            </a:r>
            <a:r>
              <a:rPr lang="en-US" b="1" dirty="0">
                <a:latin typeface="Times New Roman" panose="02020603050405020304" pitchFamily="18" charset="0"/>
                <a:cs typeface="Times New Roman" panose="02020603050405020304" pitchFamily="18" charset="0"/>
              </a:rPr>
              <a:t>reduce travel delays and improve traffic flow</a:t>
            </a:r>
            <a:r>
              <a:rPr lang="en-US" dirty="0">
                <a:latin typeface="Times New Roman" panose="02020603050405020304" pitchFamily="18" charset="0"/>
                <a:cs typeface="Times New Roman" panose="02020603050405020304" pitchFamily="18" charset="0"/>
              </a:rPr>
              <a:t>.</a:t>
            </a:r>
          </a:p>
          <a:p>
            <a:endParaRPr lang="en-US" sz="2600" dirty="0"/>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5</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3605286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atin typeface="Times New Roman"/>
                <a:ea typeface="Times New Roman"/>
                <a:cs typeface="Times New Roman"/>
                <a:sym typeface="Times New Roman"/>
              </a:rPr>
              <a:t>Literature Survey </a:t>
            </a:r>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6</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graphicFrame>
        <p:nvGraphicFramePr>
          <p:cNvPr id="5" name="Table 4"/>
          <p:cNvGraphicFramePr>
            <a:graphicFrameLocks noGrp="1"/>
          </p:cNvGraphicFramePr>
          <p:nvPr>
            <p:extLst>
              <p:ext uri="{D42A27DB-BD31-4B8C-83A1-F6EECF244321}">
                <p14:modId xmlns:p14="http://schemas.microsoft.com/office/powerpoint/2010/main" val="1485781583"/>
              </p:ext>
            </p:extLst>
          </p:nvPr>
        </p:nvGraphicFramePr>
        <p:xfrm>
          <a:off x="338669" y="1268044"/>
          <a:ext cx="8427708" cy="3499218"/>
        </p:xfrm>
        <a:graphic>
          <a:graphicData uri="http://schemas.openxmlformats.org/drawingml/2006/table">
            <a:tbl>
              <a:tblPr firstRow="1" bandRow="1">
                <a:tableStyleId>{5C22544A-7EE6-4342-B048-85BDC9FD1C3A}</a:tableStyleId>
              </a:tblPr>
              <a:tblGrid>
                <a:gridCol w="1936353">
                  <a:extLst>
                    <a:ext uri="{9D8B030D-6E8A-4147-A177-3AD203B41FA5}">
                      <a16:colId xmlns:a16="http://schemas.microsoft.com/office/drawing/2014/main" val="1531966284"/>
                    </a:ext>
                  </a:extLst>
                </a:gridCol>
                <a:gridCol w="872883">
                  <a:extLst>
                    <a:ext uri="{9D8B030D-6E8A-4147-A177-3AD203B41FA5}">
                      <a16:colId xmlns:a16="http://schemas.microsoft.com/office/drawing/2014/main" val="3476339459"/>
                    </a:ext>
                  </a:extLst>
                </a:gridCol>
                <a:gridCol w="1404618">
                  <a:extLst>
                    <a:ext uri="{9D8B030D-6E8A-4147-A177-3AD203B41FA5}">
                      <a16:colId xmlns:a16="http://schemas.microsoft.com/office/drawing/2014/main" val="1062660432"/>
                    </a:ext>
                  </a:extLst>
                </a:gridCol>
                <a:gridCol w="1404618">
                  <a:extLst>
                    <a:ext uri="{9D8B030D-6E8A-4147-A177-3AD203B41FA5}">
                      <a16:colId xmlns:a16="http://schemas.microsoft.com/office/drawing/2014/main" val="223155822"/>
                    </a:ext>
                  </a:extLst>
                </a:gridCol>
                <a:gridCol w="1404618">
                  <a:extLst>
                    <a:ext uri="{9D8B030D-6E8A-4147-A177-3AD203B41FA5}">
                      <a16:colId xmlns:a16="http://schemas.microsoft.com/office/drawing/2014/main" val="600096690"/>
                    </a:ext>
                  </a:extLst>
                </a:gridCol>
                <a:gridCol w="1404618">
                  <a:extLst>
                    <a:ext uri="{9D8B030D-6E8A-4147-A177-3AD203B41FA5}">
                      <a16:colId xmlns:a16="http://schemas.microsoft.com/office/drawing/2014/main" val="419972381"/>
                    </a:ext>
                  </a:extLst>
                </a:gridCol>
              </a:tblGrid>
              <a:tr h="583203">
                <a:tc>
                  <a:txBody>
                    <a:bodyPr/>
                    <a:lstStyle/>
                    <a:p>
                      <a:pPr algn="ctr"/>
                      <a:r>
                        <a:rPr lang="en-US" dirty="0">
                          <a:latin typeface="Times New Roman" panose="02020603050405020304" pitchFamily="18" charset="0"/>
                          <a:cs typeface="Times New Roman" panose="02020603050405020304" pitchFamily="18" charset="0"/>
                        </a:rPr>
                        <a:t>Paper Title</a:t>
                      </a:r>
                    </a:p>
                  </a:txBody>
                  <a:tcPr/>
                </a:tc>
                <a:tc>
                  <a:txBody>
                    <a:bodyPr/>
                    <a:lstStyle/>
                    <a:p>
                      <a:pPr algn="ctr"/>
                      <a:r>
                        <a:rPr lang="en-US" dirty="0">
                          <a:latin typeface="Times New Roman" panose="02020603050405020304" pitchFamily="18" charset="0"/>
                          <a:cs typeface="Times New Roman" panose="02020603050405020304" pitchFamily="18" charset="0"/>
                        </a:rPr>
                        <a:t>Year</a:t>
                      </a:r>
                    </a:p>
                  </a:txBody>
                  <a:tcPr/>
                </a:tc>
                <a:tc>
                  <a:txBody>
                    <a:bodyPr/>
                    <a:lstStyle/>
                    <a:p>
                      <a:pPr algn="ctr"/>
                      <a:r>
                        <a:rPr lang="en-US" dirty="0">
                          <a:latin typeface="Times New Roman" panose="02020603050405020304" pitchFamily="18" charset="0"/>
                          <a:cs typeface="Times New Roman" panose="02020603050405020304" pitchFamily="18" charset="0"/>
                        </a:rPr>
                        <a:t>Concept</a:t>
                      </a:r>
                    </a:p>
                  </a:txBody>
                  <a:tcPr/>
                </a:tc>
                <a:tc>
                  <a:txBody>
                    <a:bodyPr/>
                    <a:lstStyle/>
                    <a:p>
                      <a:pPr algn="ctr"/>
                      <a:r>
                        <a:rPr lang="en-US" dirty="0">
                          <a:latin typeface="Times New Roman" panose="02020603050405020304" pitchFamily="18" charset="0"/>
                          <a:cs typeface="Times New Roman" panose="02020603050405020304" pitchFamily="18" charset="0"/>
                        </a:rPr>
                        <a:t>Algorithm Used</a:t>
                      </a:r>
                    </a:p>
                  </a:txBody>
                  <a:tcPr/>
                </a:tc>
                <a:tc>
                  <a:txBody>
                    <a:bodyPr/>
                    <a:lstStyle/>
                    <a:p>
                      <a:pPr algn="ctr"/>
                      <a:r>
                        <a:rPr lang="en-US" dirty="0">
                          <a:latin typeface="Times New Roman" panose="02020603050405020304" pitchFamily="18" charset="0"/>
                          <a:cs typeface="Times New Roman" panose="02020603050405020304" pitchFamily="18" charset="0"/>
                        </a:rPr>
                        <a:t>Advantage</a:t>
                      </a:r>
                    </a:p>
                  </a:txBody>
                  <a:tcPr/>
                </a:tc>
                <a:tc>
                  <a:txBody>
                    <a:bodyPr/>
                    <a:lstStyle/>
                    <a:p>
                      <a:pPr algn="ctr"/>
                      <a:r>
                        <a:rPr lang="en-US" dirty="0">
                          <a:latin typeface="Times New Roman" panose="02020603050405020304" pitchFamily="18" charset="0"/>
                          <a:cs typeface="Times New Roman" panose="02020603050405020304" pitchFamily="18" charset="0"/>
                        </a:rPr>
                        <a:t>Drawback</a:t>
                      </a:r>
                    </a:p>
                  </a:txBody>
                  <a:tcPr/>
                </a:tc>
                <a:extLst>
                  <a:ext uri="{0D108BD9-81ED-4DB2-BD59-A6C34878D82A}">
                    <a16:rowId xmlns:a16="http://schemas.microsoft.com/office/drawing/2014/main" val="2677064008"/>
                  </a:ext>
                </a:extLst>
              </a:tr>
              <a:tr h="583203">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59396701"/>
                  </a:ext>
                </a:extLst>
              </a:tr>
              <a:tr h="583203">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68101266"/>
                  </a:ext>
                </a:extLst>
              </a:tr>
              <a:tr h="583203">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2090743"/>
                  </a:ext>
                </a:extLst>
              </a:tr>
              <a:tr h="583203">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0742716"/>
                  </a:ext>
                </a:extLst>
              </a:tr>
              <a:tr h="583203">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5455296"/>
                  </a:ext>
                </a:extLst>
              </a:tr>
            </a:tbl>
          </a:graphicData>
        </a:graphic>
      </p:graphicFrame>
      <p:pic>
        <p:nvPicPr>
          <p:cNvPr id="4" name="Picture 3">
            <a:extLst>
              <a:ext uri="{FF2B5EF4-FFF2-40B4-BE49-F238E27FC236}">
                <a16:creationId xmlns:a16="http://schemas.microsoft.com/office/drawing/2014/main" id="{03454079-AAA6-693D-C97C-3902B4D929B8}"/>
              </a:ext>
            </a:extLst>
          </p:cNvPr>
          <p:cNvPicPr>
            <a:picLocks noChangeAspect="1"/>
          </p:cNvPicPr>
          <p:nvPr/>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3976929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atin typeface="Times New Roman"/>
                <a:ea typeface="Times New Roman"/>
                <a:cs typeface="Times New Roman"/>
                <a:sym typeface="Times New Roman"/>
              </a:rPr>
              <a:t>System Architecture Diagram</a:t>
            </a:r>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7</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pic>
        <p:nvPicPr>
          <p:cNvPr id="9" name="Picture 8">
            <a:extLst>
              <a:ext uri="{FF2B5EF4-FFF2-40B4-BE49-F238E27FC236}">
                <a16:creationId xmlns:a16="http://schemas.microsoft.com/office/drawing/2014/main" id="{FF636A1A-A427-DC72-94E1-DEFA86DFAFAF}"/>
              </a:ext>
            </a:extLst>
          </p:cNvPr>
          <p:cNvPicPr>
            <a:picLocks noChangeAspect="1"/>
          </p:cNvPicPr>
          <p:nvPr/>
        </p:nvPicPr>
        <p:blipFill>
          <a:blip r:embed="rId5"/>
          <a:stretch>
            <a:fillRect/>
          </a:stretch>
        </p:blipFill>
        <p:spPr>
          <a:xfrm>
            <a:off x="150348" y="1066800"/>
            <a:ext cx="8733547" cy="3935910"/>
          </a:xfrm>
          <a:prstGeom prst="rect">
            <a:avLst/>
          </a:prstGeom>
        </p:spPr>
      </p:pic>
    </p:spTree>
    <p:extLst>
      <p:ext uri="{BB962C8B-B14F-4D97-AF65-F5344CB8AC3E}">
        <p14:creationId xmlns:p14="http://schemas.microsoft.com/office/powerpoint/2010/main" val="3384969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5601E-7F89-2417-622A-E974F145E03A}"/>
              </a:ext>
            </a:extLst>
          </p:cNvPr>
          <p:cNvSpPr>
            <a:spLocks noGrp="1"/>
          </p:cNvSpPr>
          <p:nvPr>
            <p:ph type="title"/>
          </p:nvPr>
        </p:nvSpPr>
        <p:spPr>
          <a:xfrm>
            <a:off x="1004553" y="273844"/>
            <a:ext cx="7013758" cy="614798"/>
          </a:xfrm>
        </p:spPr>
        <p:txBody>
          <a:bodyPr/>
          <a:lstStyle/>
          <a:p>
            <a:r>
              <a:rPr lang="en-US" sz="3200" b="1" dirty="0">
                <a:latin typeface="Times New Roman"/>
                <a:ea typeface="Times New Roman"/>
                <a:cs typeface="Times New Roman"/>
                <a:sym typeface="Times New Roman"/>
              </a:rPr>
              <a:t>System Architecture Diagram</a:t>
            </a:r>
            <a:endParaRPr lang="en-US" dirty="0"/>
          </a:p>
        </p:txBody>
      </p:sp>
      <p:pic>
        <p:nvPicPr>
          <p:cNvPr id="5" name="Google Shape;156;g2df84bd36ed_0_0">
            <a:extLst>
              <a:ext uri="{FF2B5EF4-FFF2-40B4-BE49-F238E27FC236}">
                <a16:creationId xmlns:a16="http://schemas.microsoft.com/office/drawing/2014/main" id="{4680CDB3-5797-E4FC-5438-9FDF1B22818F}"/>
              </a:ext>
            </a:extLst>
          </p:cNvPr>
          <p:cNvPicPr preferRelativeResize="0"/>
          <p:nvPr/>
        </p:nvPicPr>
        <p:blipFill rotWithShape="1">
          <a:blip r:embed="rId2">
            <a:alphaModFix/>
          </a:blip>
          <a:srcRect/>
          <a:stretch/>
        </p:blipFill>
        <p:spPr>
          <a:xfrm>
            <a:off x="8018311" y="177476"/>
            <a:ext cx="865584" cy="827484"/>
          </a:xfrm>
          <a:prstGeom prst="rect">
            <a:avLst/>
          </a:prstGeom>
          <a:noFill/>
          <a:ln>
            <a:noFill/>
          </a:ln>
        </p:spPr>
      </p:pic>
      <p:pic>
        <p:nvPicPr>
          <p:cNvPr id="7" name="Google Shape;155;g2df84bd36ed_0_0">
            <a:extLst>
              <a:ext uri="{FF2B5EF4-FFF2-40B4-BE49-F238E27FC236}">
                <a16:creationId xmlns:a16="http://schemas.microsoft.com/office/drawing/2014/main" id="{8158CCCF-6541-9F0E-8046-DCF708BFD588}"/>
              </a:ext>
            </a:extLst>
          </p:cNvPr>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9" name="Picture 8">
            <a:extLst>
              <a:ext uri="{FF2B5EF4-FFF2-40B4-BE49-F238E27FC236}">
                <a16:creationId xmlns:a16="http://schemas.microsoft.com/office/drawing/2014/main" id="{C081816B-838C-71AC-4F34-491181E10B7E}"/>
              </a:ext>
            </a:extLst>
          </p:cNvPr>
          <p:cNvPicPr>
            <a:picLocks noChangeAspect="1"/>
          </p:cNvPicPr>
          <p:nvPr/>
        </p:nvPicPr>
        <p:blipFill>
          <a:blip r:embed="rId4"/>
          <a:stretch>
            <a:fillRect/>
          </a:stretch>
        </p:blipFill>
        <p:spPr>
          <a:xfrm>
            <a:off x="2485623" y="1085850"/>
            <a:ext cx="4127678" cy="4057650"/>
          </a:xfrm>
          <a:prstGeom prst="rect">
            <a:avLst/>
          </a:prstGeom>
        </p:spPr>
      </p:pic>
    </p:spTree>
    <p:extLst>
      <p:ext uri="{BB962C8B-B14F-4D97-AF65-F5344CB8AC3E}">
        <p14:creationId xmlns:p14="http://schemas.microsoft.com/office/powerpoint/2010/main" val="1329409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atin typeface="Times New Roman"/>
                <a:ea typeface="Times New Roman"/>
                <a:cs typeface="Times New Roman"/>
                <a:sym typeface="Times New Roman"/>
              </a:rPr>
              <a:t>Existing System</a:t>
            </a:r>
          </a:p>
        </p:txBody>
      </p:sp>
      <p:sp>
        <p:nvSpPr>
          <p:cNvPr id="3" name="Text Placeholder 2"/>
          <p:cNvSpPr>
            <a:spLocks noGrp="1"/>
          </p:cNvSpPr>
          <p:nvPr>
            <p:ph type="body" idx="1"/>
          </p:nvPr>
        </p:nvSpPr>
        <p:spPr>
          <a:xfrm>
            <a:off x="259079" y="1360875"/>
            <a:ext cx="8624815" cy="3680287"/>
          </a:xfrm>
        </p:spPr>
        <p:txBody>
          <a:bodyPr/>
          <a:lstStyle/>
          <a:p>
            <a:r>
              <a:rPr lang="en-US" dirty="0">
                <a:latin typeface="Times New Roman" panose="02020603050405020304" pitchFamily="18" charset="0"/>
                <a:cs typeface="Times New Roman" panose="02020603050405020304" pitchFamily="18" charset="0"/>
              </a:rPr>
              <a:t>Existing traffic congestion systems use sensors, GPS, cameras, and historical traffic data to monitor vehicle speed, traffic volume, and road density. </a:t>
            </a:r>
          </a:p>
          <a:p>
            <a:r>
              <a:rPr lang="en-US" dirty="0">
                <a:latin typeface="Times New Roman" panose="02020603050405020304" pitchFamily="18" charset="0"/>
                <a:cs typeface="Times New Roman" panose="02020603050405020304" pitchFamily="18" charset="0"/>
              </a:rPr>
              <a:t>Machine learning techniques such as K-Means, KNN, LSTM, and GRU are used to identify traffic patterns and predict congestion levels. </a:t>
            </a:r>
          </a:p>
          <a:p>
            <a:pPr lvl="0"/>
            <a:r>
              <a:rPr lang="en-US" dirty="0">
                <a:latin typeface="Times New Roman" panose="02020603050405020304" pitchFamily="18" charset="0"/>
                <a:cs typeface="Times New Roman" panose="02020603050405020304" pitchFamily="18" charset="0"/>
              </a:rPr>
              <a:t>Some systems provide traffic visualization and congestion alerts.</a:t>
            </a:r>
          </a:p>
          <a:p>
            <a:pPr lvl="0"/>
            <a:r>
              <a:rPr lang="en-US" dirty="0">
                <a:latin typeface="Times New Roman" panose="02020603050405020304" pitchFamily="18" charset="0"/>
                <a:cs typeface="Times New Roman" panose="02020603050405020304" pitchFamily="18" charset="0"/>
              </a:rPr>
              <a:t>Advanced approaches may require large datasets and considerable computational resources.</a:t>
            </a:r>
          </a:p>
          <a:p>
            <a:pPr lvl="0"/>
            <a:r>
              <a:rPr lang="en-US" dirty="0">
                <a:latin typeface="Times New Roman" panose="02020603050405020304" pitchFamily="18" charset="0"/>
                <a:cs typeface="Times New Roman" panose="02020603050405020304" pitchFamily="18" charset="0"/>
              </a:rPr>
              <a:t>Traditional reactive approaches may identify congestion only after it develops.</a:t>
            </a:r>
          </a:p>
          <a:p>
            <a:endParaRPr lang="en-US" dirty="0">
              <a:latin typeface="Times New Roman" panose="02020603050405020304" pitchFamily="18" charset="0"/>
              <a:cs typeface="Times New Roman" panose="02020603050405020304" pitchFamily="18" charset="0"/>
            </a:endParaRPr>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9</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
        <p:nvSpPr>
          <p:cNvPr id="158" name="Google Shape;158;g2df84bd36ed_0_0"/>
          <p:cNvSpPr txBox="1"/>
          <p:nvPr/>
        </p:nvSpPr>
        <p:spPr>
          <a:xfrm>
            <a:off x="377625" y="1148401"/>
            <a:ext cx="8610975" cy="586677"/>
          </a:xfrm>
          <a:prstGeom prst="rect">
            <a:avLst/>
          </a:prstGeom>
          <a:noFill/>
          <a:ln>
            <a:noFill/>
          </a:ln>
        </p:spPr>
        <p:txBody>
          <a:bodyPr spcFirstLastPara="1" wrap="square" lIns="68569" tIns="68569" rIns="68569" bIns="68569" anchor="t" anchorCtr="0">
            <a:spAutoFit/>
          </a:bodyPr>
          <a:lstStyle/>
          <a:p>
            <a:pPr marR="185738" algn="just">
              <a:lnSpc>
                <a:spcPct val="150000"/>
              </a:lnSpc>
              <a:spcBef>
                <a:spcPts val="600"/>
              </a:spcBef>
              <a:spcAft>
                <a:spcPts val="600"/>
              </a:spcAft>
              <a:buClr>
                <a:schemeClr val="dk1"/>
              </a:buClr>
              <a:buSzPts val="1100"/>
            </a:pPr>
            <a:endParaRPr sz="1275">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24451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atin typeface="Times New Roman"/>
                <a:ea typeface="Times New Roman"/>
                <a:cs typeface="Times New Roman"/>
                <a:sym typeface="Times New Roman"/>
              </a:rPr>
              <a:t>Existing System Drawbacks</a:t>
            </a:r>
          </a:p>
        </p:txBody>
      </p:sp>
      <p:sp>
        <p:nvSpPr>
          <p:cNvPr id="3" name="Text Placeholder 2"/>
          <p:cNvSpPr>
            <a:spLocks noGrp="1"/>
          </p:cNvSpPr>
          <p:nvPr>
            <p:ph type="body" idx="1"/>
          </p:nvPr>
        </p:nvSpPr>
        <p:spPr>
          <a:xfrm>
            <a:off x="499110" y="1360876"/>
            <a:ext cx="8145780" cy="3421856"/>
          </a:xfrm>
        </p:spPr>
        <p:txBody>
          <a:bodyPr/>
          <a:lstStyle/>
          <a:p>
            <a:r>
              <a:rPr lang="en-US" dirty="0">
                <a:latin typeface="Times New Roman" panose="02020603050405020304" pitchFamily="18" charset="0"/>
                <a:cs typeface="Times New Roman" panose="02020603050405020304" pitchFamily="18" charset="0"/>
              </a:rPr>
              <a:t>High computational requirements for deep-learning and hybrid models.</a:t>
            </a:r>
          </a:p>
          <a:p>
            <a:r>
              <a:rPr lang="en-US" dirty="0">
                <a:latin typeface="Times New Roman" panose="02020603050405020304" pitchFamily="18" charset="0"/>
                <a:cs typeface="Times New Roman" panose="02020603050405020304" pitchFamily="18" charset="0"/>
              </a:rPr>
              <a:t>Requires large amounts of historical and real-time traffic data.</a:t>
            </a:r>
          </a:p>
          <a:p>
            <a:r>
              <a:rPr lang="en-US" dirty="0">
                <a:latin typeface="Times New Roman" panose="02020603050405020304" pitchFamily="18" charset="0"/>
                <a:cs typeface="Times New Roman" panose="02020603050405020304" pitchFamily="18" charset="0"/>
              </a:rPr>
              <a:t>Some systems are complex to implement and maintain.</a:t>
            </a:r>
          </a:p>
          <a:p>
            <a:r>
              <a:rPr lang="en-US" dirty="0">
                <a:latin typeface="Times New Roman" panose="02020603050405020304" pitchFamily="18" charset="0"/>
                <a:cs typeface="Times New Roman" panose="02020603050405020304" pitchFamily="18" charset="0"/>
              </a:rPr>
              <a:t>Traditional systems may respond after congestion has already occurred.</a:t>
            </a:r>
          </a:p>
          <a:p>
            <a:r>
              <a:rPr lang="en-US" dirty="0">
                <a:latin typeface="Times New Roman" panose="02020603050405020304" pitchFamily="18" charset="0"/>
                <a:cs typeface="Times New Roman" panose="02020603050405020304" pitchFamily="18" charset="0"/>
              </a:rPr>
              <a:t>K-Means requires the number of clusters (K) to be selected beforehand.</a:t>
            </a:r>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10</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3782953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a:ea typeface="Times New Roman"/>
                <a:cs typeface="Times New Roman"/>
                <a:sym typeface="Times New Roman"/>
              </a:rPr>
              <a:t>Proposed System </a:t>
            </a:r>
            <a:endParaRPr lang="en-US" dirty="0"/>
          </a:p>
        </p:txBody>
      </p:sp>
      <p:sp>
        <p:nvSpPr>
          <p:cNvPr id="3" name="Text Placeholder 2"/>
          <p:cNvSpPr>
            <a:spLocks noGrp="1"/>
          </p:cNvSpPr>
          <p:nvPr>
            <p:ph type="body" idx="1"/>
          </p:nvPr>
        </p:nvSpPr>
        <p:spPr>
          <a:xfrm>
            <a:off x="150348" y="1263989"/>
            <a:ext cx="8673612" cy="3974363"/>
          </a:xfrm>
        </p:spPr>
        <p:txBody>
          <a:bodyPr>
            <a:normAutofit/>
          </a:bodyPr>
          <a:lstStyle/>
          <a:p>
            <a:r>
              <a:rPr lang="en-US" dirty="0">
                <a:latin typeface="Times New Roman" panose="02020603050405020304" pitchFamily="18" charset="0"/>
                <a:cs typeface="Times New Roman" panose="02020603050405020304" pitchFamily="18" charset="0"/>
              </a:rPr>
              <a:t>The proposed system uses the K-Means clustering algorithm to analyze traffic data such as vehicle count, speed, traffic density, road occupancy, time, and location. </a:t>
            </a:r>
          </a:p>
          <a:p>
            <a:r>
              <a:rPr lang="en-US" dirty="0">
                <a:latin typeface="Times New Roman" panose="02020603050405020304" pitchFamily="18" charset="0"/>
                <a:cs typeface="Times New Roman" panose="02020603050405020304" pitchFamily="18" charset="0"/>
              </a:rPr>
              <a:t>The collected data is preprocessed and grouped into different traffic conditions such as Low, Moderate, High, and Severe congestion. </a:t>
            </a:r>
          </a:p>
          <a:p>
            <a:r>
              <a:rPr lang="en-US" dirty="0">
                <a:latin typeface="Times New Roman" panose="02020603050405020304" pitchFamily="18" charset="0"/>
                <a:cs typeface="Times New Roman" panose="02020603050405020304" pitchFamily="18" charset="0"/>
              </a:rPr>
              <a:t>The system identifies congestion-prone areas and provides early alerts and preventive suggestions, such as alternate routes or traffic management actions. </a:t>
            </a:r>
          </a:p>
          <a:p>
            <a:r>
              <a:rPr lang="en-US" dirty="0">
                <a:latin typeface="Times New Roman" panose="02020603050405020304" pitchFamily="18" charset="0"/>
                <a:cs typeface="Times New Roman" panose="02020603050405020304" pitchFamily="18" charset="0"/>
              </a:rPr>
              <a:t>This approach provides a simple, efficient, and interpretable machine-learning solution for predicting and preventing traffic congestion.</a:t>
            </a:r>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11</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
        <p:nvSpPr>
          <p:cNvPr id="158" name="Google Shape;158;g2df84bd36ed_0_0"/>
          <p:cNvSpPr txBox="1"/>
          <p:nvPr/>
        </p:nvSpPr>
        <p:spPr>
          <a:xfrm>
            <a:off x="377625" y="1148401"/>
            <a:ext cx="8610975" cy="586677"/>
          </a:xfrm>
          <a:prstGeom prst="rect">
            <a:avLst/>
          </a:prstGeom>
          <a:noFill/>
          <a:ln>
            <a:noFill/>
          </a:ln>
        </p:spPr>
        <p:txBody>
          <a:bodyPr spcFirstLastPara="1" wrap="square" lIns="68569" tIns="68569" rIns="68569" bIns="68569" anchor="t" anchorCtr="0">
            <a:spAutoFit/>
          </a:bodyPr>
          <a:lstStyle/>
          <a:p>
            <a:pPr marR="185738" algn="just">
              <a:lnSpc>
                <a:spcPct val="150000"/>
              </a:lnSpc>
              <a:spcBef>
                <a:spcPts val="600"/>
              </a:spcBef>
              <a:spcAft>
                <a:spcPts val="600"/>
              </a:spcAft>
              <a:buClr>
                <a:schemeClr val="dk1"/>
              </a:buClr>
              <a:buSzPts val="1100"/>
            </a:pPr>
            <a:endParaRPr sz="1275">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44540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a:ea typeface="Times New Roman"/>
                <a:cs typeface="Times New Roman"/>
                <a:sym typeface="Times New Roman"/>
              </a:rPr>
              <a:t>Benefits of Proposed System</a:t>
            </a:r>
            <a:endParaRPr lang="en-US" dirty="0"/>
          </a:p>
        </p:txBody>
      </p:sp>
      <p:sp>
        <p:nvSpPr>
          <p:cNvPr id="3" name="Text Placeholder 2"/>
          <p:cNvSpPr>
            <a:spLocks noGrp="1"/>
          </p:cNvSpPr>
          <p:nvPr>
            <p:ph type="body" idx="1"/>
          </p:nvPr>
        </p:nvSpPr>
        <p:spPr>
          <a:xfrm>
            <a:off x="0" y="1097792"/>
            <a:ext cx="9144000" cy="3943371"/>
          </a:xfrm>
        </p:spPr>
        <p:txBody>
          <a:bodyPr>
            <a:normAutofit/>
          </a:bodyPr>
          <a:lstStyle/>
          <a:p>
            <a:pPr lvl="0"/>
            <a:r>
              <a:rPr lang="en-US" dirty="0">
                <a:latin typeface="Times New Roman" panose="02020603050405020304" pitchFamily="18" charset="0"/>
                <a:cs typeface="Times New Roman" panose="02020603050405020304" pitchFamily="18" charset="0"/>
              </a:rPr>
              <a:t>High computational requirements for deep-learning and hybrid models</a:t>
            </a:r>
          </a:p>
          <a:p>
            <a:pPr lvl="0"/>
            <a:r>
              <a:rPr lang="en-US" dirty="0">
                <a:latin typeface="Times New Roman" panose="02020603050405020304" pitchFamily="18" charset="0"/>
                <a:cs typeface="Times New Roman" panose="02020603050405020304" pitchFamily="18" charset="0"/>
              </a:rPr>
              <a:t>Requires large amounts of historical and real-time traffic data</a:t>
            </a:r>
          </a:p>
          <a:p>
            <a:pPr lvl="0"/>
            <a:r>
              <a:rPr lang="en-US" dirty="0">
                <a:latin typeface="Times New Roman" panose="02020603050405020304" pitchFamily="18" charset="0"/>
                <a:cs typeface="Times New Roman" panose="02020603050405020304" pitchFamily="18" charset="0"/>
              </a:rPr>
              <a:t>Some systems are complex to implement and maintain</a:t>
            </a:r>
          </a:p>
          <a:p>
            <a:pPr lvl="0"/>
            <a:r>
              <a:rPr lang="en-US" dirty="0">
                <a:latin typeface="Times New Roman" panose="02020603050405020304" pitchFamily="18" charset="0"/>
                <a:cs typeface="Times New Roman" panose="02020603050405020304" pitchFamily="18" charset="0"/>
              </a:rPr>
              <a:t>Traditional systems may respond after congestion has already occurred</a:t>
            </a:r>
          </a:p>
          <a:p>
            <a:pPr lvl="0"/>
            <a:r>
              <a:rPr lang="en-US" dirty="0">
                <a:latin typeface="Times New Roman" panose="02020603050405020304" pitchFamily="18" charset="0"/>
                <a:cs typeface="Times New Roman" panose="02020603050405020304" pitchFamily="18" charset="0"/>
              </a:rPr>
              <a:t>K-Means requires the number of clusters (K) to be selected beforehand</a:t>
            </a:r>
          </a:p>
          <a:p>
            <a:pPr lvl="0"/>
            <a:r>
              <a:rPr lang="en-US" dirty="0">
                <a:latin typeface="Times New Roman" panose="02020603050405020304" pitchFamily="18" charset="0"/>
                <a:cs typeface="Times New Roman" panose="02020603050405020304" pitchFamily="18" charset="0"/>
              </a:rPr>
              <a:t>Improved traffic management – supports better traffic-control decisions</a:t>
            </a:r>
          </a:p>
          <a:p>
            <a:pPr lvl="0"/>
            <a:r>
              <a:rPr lang="en-US" dirty="0">
                <a:latin typeface="Times New Roman" panose="02020603050405020304" pitchFamily="18" charset="0"/>
                <a:cs typeface="Times New Roman" panose="02020603050405020304" pitchFamily="18" charset="0"/>
              </a:rPr>
              <a:t>Cost-effective – works with commonly available traffic data</a:t>
            </a:r>
          </a:p>
          <a:p>
            <a:pPr lvl="0"/>
            <a:r>
              <a:rPr lang="en-US" dirty="0">
                <a:latin typeface="Times New Roman" panose="02020603050405020304" pitchFamily="18" charset="0"/>
                <a:cs typeface="Times New Roman" panose="02020603050405020304" pitchFamily="18" charset="0"/>
              </a:rPr>
              <a:t>Scalable system – extendable to multiple roads and locations</a:t>
            </a:r>
          </a:p>
          <a:p>
            <a:pPr lvl="0"/>
            <a:r>
              <a:rPr lang="en-US" dirty="0">
                <a:latin typeface="Times New Roman" panose="02020603050405020304" pitchFamily="18" charset="0"/>
                <a:cs typeface="Times New Roman" panose="02020603050405020304" pitchFamily="18" charset="0"/>
              </a:rPr>
              <a:t>Better road utilization – distributes traffic more efficiently</a:t>
            </a:r>
          </a:p>
          <a:p>
            <a:endParaRPr lang="en-US" dirty="0">
              <a:latin typeface="Times New Roman" panose="02020603050405020304" pitchFamily="18" charset="0"/>
              <a:cs typeface="Times New Roman" panose="02020603050405020304" pitchFamily="18" charset="0"/>
            </a:endParaRPr>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12</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439223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atin typeface="Times New Roman"/>
                <a:ea typeface="Times New Roman"/>
                <a:cs typeface="Times New Roman"/>
                <a:sym typeface="Times New Roman"/>
              </a:rPr>
              <a:t>Identified Modules </a:t>
            </a: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Traffic Data Collection Module</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Data Preprocessing Module</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K-Means Clustering Module</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Congestion Prediction Module</a:t>
            </a:r>
          </a:p>
          <a:p>
            <a:pP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Prevention &amp; Alert Module</a:t>
            </a:r>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13</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110733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a:ea typeface="Times New Roman"/>
                <a:cs typeface="Times New Roman"/>
                <a:sym typeface="Times New Roman"/>
              </a:rPr>
              <a:t>Algorithms Used</a:t>
            </a:r>
          </a:p>
        </p:txBody>
      </p:sp>
      <p:sp>
        <p:nvSpPr>
          <p:cNvPr id="3" name="Text Placeholder 2"/>
          <p:cNvSpPr>
            <a:spLocks noGrp="1"/>
          </p:cNvSpPr>
          <p:nvPr>
            <p:ph type="body" idx="1"/>
          </p:nvPr>
        </p:nvSpPr>
        <p:spPr/>
        <p:txBody>
          <a:bodyPr>
            <a:normAutofit/>
          </a:bodyPr>
          <a:lstStyle/>
          <a:p>
            <a:pPr marL="139700" indent="0">
              <a:buNone/>
            </a:pPr>
            <a:r>
              <a:rPr lang="en-US" sz="2200" b="1" dirty="0">
                <a:latin typeface="Times New Roman" panose="02020603050405020304" pitchFamily="18" charset="0"/>
                <a:cs typeface="Times New Roman" panose="02020603050405020304" pitchFamily="18" charset="0"/>
              </a:rPr>
              <a:t>K-Means Clustering Algorithm</a:t>
            </a:r>
          </a:p>
          <a:p>
            <a:pPr marL="139700" indent="0">
              <a:buNone/>
            </a:pPr>
            <a:r>
              <a:rPr lang="en-US" sz="2200" dirty="0">
                <a:latin typeface="Times New Roman" panose="02020603050405020304" pitchFamily="18" charset="0"/>
                <a:cs typeface="Times New Roman" panose="02020603050405020304" pitchFamily="18" charset="0"/>
              </a:rPr>
              <a:t>K-Means is used to group traffic data into similar congestion patterns based on vehicle count, speed, density, and road occupancy. The algorithm divides the data into clusters representing Low, Moderate, High, and Severe congestion. Based on the identified cluster, the system predicts traffic conditions and provides early alerts and preventive suggestions to reduce congestion.</a:t>
            </a:r>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14</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4038687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C59B6-E2E3-FF28-4FAC-3991BD200CA1}"/>
              </a:ext>
            </a:extLst>
          </p:cNvPr>
          <p:cNvSpPr>
            <a:spLocks noGrp="1"/>
          </p:cNvSpPr>
          <p:nvPr>
            <p:ph type="title"/>
          </p:nvPr>
        </p:nvSpPr>
        <p:spPr>
          <a:xfrm>
            <a:off x="1036749" y="273844"/>
            <a:ext cx="6774288" cy="700124"/>
          </a:xfrm>
        </p:spPr>
        <p:txBody>
          <a:bodyPr>
            <a:normAutofit/>
          </a:bodyPr>
          <a:lstStyle/>
          <a:p>
            <a:pPr algn="ctr"/>
            <a:r>
              <a:rPr lang="en-US" sz="3600" b="1" dirty="0">
                <a:latin typeface="Times New Roman" panose="02020603050405020304" pitchFamily="18" charset="0"/>
                <a:cs typeface="Times New Roman" panose="02020603050405020304" pitchFamily="18" charset="0"/>
              </a:rPr>
              <a:t>Implementation and Results</a:t>
            </a:r>
            <a:endParaRPr lang="en-US" dirty="0"/>
          </a:p>
        </p:txBody>
      </p:sp>
      <p:sp>
        <p:nvSpPr>
          <p:cNvPr id="3" name="Text Placeholder 2">
            <a:extLst>
              <a:ext uri="{FF2B5EF4-FFF2-40B4-BE49-F238E27FC236}">
                <a16:creationId xmlns:a16="http://schemas.microsoft.com/office/drawing/2014/main" id="{502ED8FA-46BA-B360-8E01-361571A5E9C6}"/>
              </a:ext>
            </a:extLst>
          </p:cNvPr>
          <p:cNvSpPr>
            <a:spLocks noGrp="1"/>
          </p:cNvSpPr>
          <p:nvPr>
            <p:ph type="body" idx="1"/>
          </p:nvPr>
        </p:nvSpPr>
        <p:spPr>
          <a:xfrm>
            <a:off x="628650" y="1004960"/>
            <a:ext cx="7886700" cy="4030679"/>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Application workflow:</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Open the deployed project application.</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Enter or load the available traffic data.</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Process and prepare the input features.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Run the K-Means clustering algorithm.</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Group the observations based on their feature similarity.</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Map the resulting clusters to traffic congestion levels.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Display the results through the application interface.</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Review any available congestion alerts or preventive suggestions.</a:t>
            </a:r>
          </a:p>
          <a:p>
            <a:endParaRPr lang="en-US" dirty="0"/>
          </a:p>
        </p:txBody>
      </p:sp>
      <p:pic>
        <p:nvPicPr>
          <p:cNvPr id="5" name="Google Shape;155;g2df84bd36ed_0_0">
            <a:extLst>
              <a:ext uri="{FF2B5EF4-FFF2-40B4-BE49-F238E27FC236}">
                <a16:creationId xmlns:a16="http://schemas.microsoft.com/office/drawing/2014/main" id="{2BD26594-821E-388B-DE14-4A0384691DB4}"/>
              </a:ext>
            </a:extLst>
          </p:cNvPr>
          <p:cNvPicPr preferRelativeResize="0"/>
          <p:nvPr/>
        </p:nvPicPr>
        <p:blipFill rotWithShape="1">
          <a:blip r:embed="rId2">
            <a:alphaModFix/>
          </a:blip>
          <a:srcRect/>
          <a:stretch/>
        </p:blipFill>
        <p:spPr>
          <a:xfrm>
            <a:off x="150348" y="181012"/>
            <a:ext cx="800100" cy="792956"/>
          </a:xfrm>
          <a:prstGeom prst="rect">
            <a:avLst/>
          </a:prstGeom>
          <a:noFill/>
          <a:ln>
            <a:noFill/>
          </a:ln>
        </p:spPr>
      </p:pic>
      <p:pic>
        <p:nvPicPr>
          <p:cNvPr id="7" name="Google Shape;156;g2df84bd36ed_0_0">
            <a:extLst>
              <a:ext uri="{FF2B5EF4-FFF2-40B4-BE49-F238E27FC236}">
                <a16:creationId xmlns:a16="http://schemas.microsoft.com/office/drawing/2014/main" id="{C066B3B4-4BD9-EC0F-26D6-6541AFCFC5EC}"/>
              </a:ext>
            </a:extLst>
          </p:cNvPr>
          <p:cNvPicPr preferRelativeResize="0"/>
          <p:nvPr/>
        </p:nvPicPr>
        <p:blipFill rotWithShape="1">
          <a:blip r:embed="rId3">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356902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DDB52-AE5E-7D2E-A4D0-3280A4B3BCB9}"/>
              </a:ext>
            </a:extLst>
          </p:cNvPr>
          <p:cNvSpPr>
            <a:spLocks noGrp="1"/>
          </p:cNvSpPr>
          <p:nvPr>
            <p:ph type="title"/>
          </p:nvPr>
        </p:nvSpPr>
        <p:spPr>
          <a:xfrm>
            <a:off x="1051559" y="273844"/>
            <a:ext cx="6966751" cy="594836"/>
          </a:xfrm>
        </p:spPr>
        <p:txBody>
          <a:bodyPr/>
          <a:lstStyle/>
          <a:p>
            <a:pPr algn="ctr"/>
            <a:r>
              <a:rPr lang="en-US" b="1" dirty="0">
                <a:latin typeface="Times New Roman" panose="02020603050405020304" pitchFamily="18" charset="0"/>
                <a:cs typeface="Times New Roman" panose="02020603050405020304" pitchFamily="18" charset="0"/>
              </a:rPr>
              <a:t>Screenshot</a:t>
            </a:r>
          </a:p>
        </p:txBody>
      </p:sp>
      <p:pic>
        <p:nvPicPr>
          <p:cNvPr id="6" name="Google Shape;155;g2df84bd36ed_0_0">
            <a:extLst>
              <a:ext uri="{FF2B5EF4-FFF2-40B4-BE49-F238E27FC236}">
                <a16:creationId xmlns:a16="http://schemas.microsoft.com/office/drawing/2014/main" id="{DA0890E5-48F8-5152-A6BF-6C13AB816262}"/>
              </a:ext>
            </a:extLst>
          </p:cNvPr>
          <p:cNvPicPr preferRelativeResize="0"/>
          <p:nvPr/>
        </p:nvPicPr>
        <p:blipFill rotWithShape="1">
          <a:blip r:embed="rId2">
            <a:alphaModFix/>
          </a:blip>
          <a:srcRect/>
          <a:stretch/>
        </p:blipFill>
        <p:spPr>
          <a:xfrm>
            <a:off x="150348" y="181012"/>
            <a:ext cx="800100" cy="792956"/>
          </a:xfrm>
          <a:prstGeom prst="rect">
            <a:avLst/>
          </a:prstGeom>
          <a:noFill/>
          <a:ln>
            <a:noFill/>
          </a:ln>
        </p:spPr>
      </p:pic>
      <p:pic>
        <p:nvPicPr>
          <p:cNvPr id="8" name="Google Shape;156;g2df84bd36ed_0_0">
            <a:extLst>
              <a:ext uri="{FF2B5EF4-FFF2-40B4-BE49-F238E27FC236}">
                <a16:creationId xmlns:a16="http://schemas.microsoft.com/office/drawing/2014/main" id="{8CD5EC1B-8C6B-6719-0646-7823C253C18D}"/>
              </a:ext>
            </a:extLst>
          </p:cNvPr>
          <p:cNvPicPr preferRelativeResize="0"/>
          <p:nvPr/>
        </p:nvPicPr>
        <p:blipFill rotWithShape="1">
          <a:blip r:embed="rId3">
            <a:alphaModFix/>
          </a:blip>
          <a:srcRect/>
          <a:stretch/>
        </p:blipFill>
        <p:spPr>
          <a:xfrm>
            <a:off x="8018311" y="177476"/>
            <a:ext cx="865584" cy="827484"/>
          </a:xfrm>
          <a:prstGeom prst="rect">
            <a:avLst/>
          </a:prstGeom>
          <a:noFill/>
          <a:ln>
            <a:noFill/>
          </a:ln>
        </p:spPr>
      </p:pic>
      <p:pic>
        <p:nvPicPr>
          <p:cNvPr id="10" name="Picture 9">
            <a:extLst>
              <a:ext uri="{FF2B5EF4-FFF2-40B4-BE49-F238E27FC236}">
                <a16:creationId xmlns:a16="http://schemas.microsoft.com/office/drawing/2014/main" id="{C062DA35-F1C0-1493-BFDF-08D34B486FC0}"/>
              </a:ext>
            </a:extLst>
          </p:cNvPr>
          <p:cNvPicPr>
            <a:picLocks noChangeAspect="1"/>
          </p:cNvPicPr>
          <p:nvPr/>
        </p:nvPicPr>
        <p:blipFill>
          <a:blip r:embed="rId4"/>
          <a:stretch>
            <a:fillRect/>
          </a:stretch>
        </p:blipFill>
        <p:spPr>
          <a:xfrm>
            <a:off x="0" y="1070336"/>
            <a:ext cx="9060180" cy="4073164"/>
          </a:xfrm>
          <a:prstGeom prst="rect">
            <a:avLst/>
          </a:prstGeom>
        </p:spPr>
      </p:pic>
    </p:spTree>
    <p:extLst>
      <p:ext uri="{BB962C8B-B14F-4D97-AF65-F5344CB8AC3E}">
        <p14:creationId xmlns:p14="http://schemas.microsoft.com/office/powerpoint/2010/main" val="2309197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DFD5C-59B7-A18D-F045-5F324DA63E23}"/>
              </a:ext>
            </a:extLst>
          </p:cNvPr>
          <p:cNvSpPr>
            <a:spLocks noGrp="1"/>
          </p:cNvSpPr>
          <p:nvPr>
            <p:ph type="title"/>
          </p:nvPr>
        </p:nvSpPr>
        <p:spPr>
          <a:xfrm>
            <a:off x="1051560" y="273844"/>
            <a:ext cx="6903720" cy="625316"/>
          </a:xfrm>
        </p:spPr>
        <p:txBody>
          <a:bodyPr/>
          <a:lstStyle/>
          <a:p>
            <a:pPr algn="ctr"/>
            <a:r>
              <a:rPr lang="en-US" b="1" dirty="0">
                <a:latin typeface="Times New Roman" panose="02020603050405020304" pitchFamily="18" charset="0"/>
                <a:cs typeface="Times New Roman" panose="02020603050405020304" pitchFamily="18" charset="0"/>
              </a:rPr>
              <a:t>Screenshot</a:t>
            </a:r>
            <a:endParaRPr lang="en-US" dirty="0"/>
          </a:p>
        </p:txBody>
      </p:sp>
      <p:pic>
        <p:nvPicPr>
          <p:cNvPr id="5" name="Google Shape;155;g2df84bd36ed_0_0">
            <a:extLst>
              <a:ext uri="{FF2B5EF4-FFF2-40B4-BE49-F238E27FC236}">
                <a16:creationId xmlns:a16="http://schemas.microsoft.com/office/drawing/2014/main" id="{0B7A4BB8-DB43-8AC4-0A89-01E0B803B971}"/>
              </a:ext>
            </a:extLst>
          </p:cNvPr>
          <p:cNvPicPr preferRelativeResize="0"/>
          <p:nvPr/>
        </p:nvPicPr>
        <p:blipFill rotWithShape="1">
          <a:blip r:embed="rId2">
            <a:alphaModFix/>
          </a:blip>
          <a:srcRect/>
          <a:stretch/>
        </p:blipFill>
        <p:spPr>
          <a:xfrm>
            <a:off x="150348" y="181012"/>
            <a:ext cx="800100" cy="792956"/>
          </a:xfrm>
          <a:prstGeom prst="rect">
            <a:avLst/>
          </a:prstGeom>
          <a:noFill/>
          <a:ln>
            <a:noFill/>
          </a:ln>
        </p:spPr>
      </p:pic>
      <p:pic>
        <p:nvPicPr>
          <p:cNvPr id="7" name="Google Shape;156;g2df84bd36ed_0_0">
            <a:extLst>
              <a:ext uri="{FF2B5EF4-FFF2-40B4-BE49-F238E27FC236}">
                <a16:creationId xmlns:a16="http://schemas.microsoft.com/office/drawing/2014/main" id="{8141C46B-CAF2-1C29-5CF8-97F577E00865}"/>
              </a:ext>
            </a:extLst>
          </p:cNvPr>
          <p:cNvPicPr preferRelativeResize="0"/>
          <p:nvPr/>
        </p:nvPicPr>
        <p:blipFill rotWithShape="1">
          <a:blip r:embed="rId3">
            <a:alphaModFix/>
          </a:blip>
          <a:srcRect/>
          <a:stretch/>
        </p:blipFill>
        <p:spPr>
          <a:xfrm>
            <a:off x="8018311" y="177476"/>
            <a:ext cx="865584" cy="827484"/>
          </a:xfrm>
          <a:prstGeom prst="rect">
            <a:avLst/>
          </a:prstGeom>
          <a:noFill/>
          <a:ln>
            <a:noFill/>
          </a:ln>
        </p:spPr>
      </p:pic>
      <p:pic>
        <p:nvPicPr>
          <p:cNvPr id="9" name="Picture 8">
            <a:extLst>
              <a:ext uri="{FF2B5EF4-FFF2-40B4-BE49-F238E27FC236}">
                <a16:creationId xmlns:a16="http://schemas.microsoft.com/office/drawing/2014/main" id="{5941FE0A-0EEF-89F6-4F42-A5A8A28D34BF}"/>
              </a:ext>
            </a:extLst>
          </p:cNvPr>
          <p:cNvPicPr>
            <a:picLocks noChangeAspect="1"/>
          </p:cNvPicPr>
          <p:nvPr/>
        </p:nvPicPr>
        <p:blipFill>
          <a:blip r:embed="rId4"/>
          <a:stretch>
            <a:fillRect/>
          </a:stretch>
        </p:blipFill>
        <p:spPr>
          <a:xfrm>
            <a:off x="0" y="973968"/>
            <a:ext cx="9144000" cy="3895688"/>
          </a:xfrm>
          <a:prstGeom prst="rect">
            <a:avLst/>
          </a:prstGeom>
        </p:spPr>
      </p:pic>
    </p:spTree>
    <p:extLst>
      <p:ext uri="{BB962C8B-B14F-4D97-AF65-F5344CB8AC3E}">
        <p14:creationId xmlns:p14="http://schemas.microsoft.com/office/powerpoint/2010/main" val="2203637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B355C-0032-220D-AD9B-B638A603D723}"/>
              </a:ext>
            </a:extLst>
          </p:cNvPr>
          <p:cNvSpPr>
            <a:spLocks noGrp="1"/>
          </p:cNvSpPr>
          <p:nvPr>
            <p:ph type="title"/>
          </p:nvPr>
        </p:nvSpPr>
        <p:spPr>
          <a:xfrm>
            <a:off x="1068945" y="273844"/>
            <a:ext cx="6949365" cy="731116"/>
          </a:xfrm>
        </p:spPr>
        <p:txBody>
          <a:bodyPr/>
          <a:lstStyle/>
          <a:p>
            <a:pPr algn="ctr"/>
            <a:r>
              <a:rPr lang="en-US" sz="3600" b="1" dirty="0">
                <a:latin typeface="Times New Roman" panose="02020603050405020304" pitchFamily="18" charset="0"/>
                <a:cs typeface="Times New Roman" panose="02020603050405020304" pitchFamily="18" charset="0"/>
              </a:rPr>
              <a:t>Performance Evaluation</a:t>
            </a:r>
            <a:endParaRPr lang="en-US" dirty="0"/>
          </a:p>
        </p:txBody>
      </p:sp>
      <p:sp>
        <p:nvSpPr>
          <p:cNvPr id="3" name="Text Placeholder 2">
            <a:extLst>
              <a:ext uri="{FF2B5EF4-FFF2-40B4-BE49-F238E27FC236}">
                <a16:creationId xmlns:a16="http://schemas.microsoft.com/office/drawing/2014/main" id="{9D4C3F36-E7F5-4EAC-7BA5-5B361EF9AC4E}"/>
              </a:ext>
            </a:extLst>
          </p:cNvPr>
          <p:cNvSpPr>
            <a:spLocks noGrp="1"/>
          </p:cNvSpPr>
          <p:nvPr>
            <p:ph type="body" idx="1"/>
          </p:nvPr>
        </p:nvSpPr>
        <p:spPr>
          <a:xfrm>
            <a:off x="628650" y="1101328"/>
            <a:ext cx="7886700" cy="4042172"/>
          </a:xfrm>
        </p:spPr>
        <p:txBody>
          <a:bodyPr/>
          <a:lstStyle/>
          <a:p>
            <a:pPr marL="139700" indent="0">
              <a:buNone/>
            </a:pPr>
            <a:r>
              <a:rPr lang="en-US" dirty="0">
                <a:latin typeface="Times New Roman" panose="02020603050405020304" pitchFamily="18" charset="0"/>
                <a:cs typeface="Times New Roman" panose="02020603050405020304" pitchFamily="18" charset="0"/>
              </a:rPr>
              <a:t>The following metrics can be used to evaluate the implemented clustering model.</a:t>
            </a:r>
          </a:p>
          <a:p>
            <a:endParaRPr lang="en-US" dirty="0"/>
          </a:p>
        </p:txBody>
      </p:sp>
      <p:pic>
        <p:nvPicPr>
          <p:cNvPr id="5" name="Google Shape;155;g2df84bd36ed_0_0">
            <a:extLst>
              <a:ext uri="{FF2B5EF4-FFF2-40B4-BE49-F238E27FC236}">
                <a16:creationId xmlns:a16="http://schemas.microsoft.com/office/drawing/2014/main" id="{8FF66594-6278-8560-856A-6EF6962E12AF}"/>
              </a:ext>
            </a:extLst>
          </p:cNvPr>
          <p:cNvPicPr preferRelativeResize="0"/>
          <p:nvPr/>
        </p:nvPicPr>
        <p:blipFill rotWithShape="1">
          <a:blip r:embed="rId2">
            <a:alphaModFix/>
          </a:blip>
          <a:srcRect/>
          <a:stretch/>
        </p:blipFill>
        <p:spPr>
          <a:xfrm>
            <a:off x="150348" y="181012"/>
            <a:ext cx="800100" cy="792956"/>
          </a:xfrm>
          <a:prstGeom prst="rect">
            <a:avLst/>
          </a:prstGeom>
          <a:noFill/>
          <a:ln>
            <a:noFill/>
          </a:ln>
        </p:spPr>
      </p:pic>
      <p:pic>
        <p:nvPicPr>
          <p:cNvPr id="7" name="Google Shape;156;g2df84bd36ed_0_0">
            <a:extLst>
              <a:ext uri="{FF2B5EF4-FFF2-40B4-BE49-F238E27FC236}">
                <a16:creationId xmlns:a16="http://schemas.microsoft.com/office/drawing/2014/main" id="{BC007753-13AC-6105-1191-B4C1F0ED34DE}"/>
              </a:ext>
            </a:extLst>
          </p:cNvPr>
          <p:cNvPicPr preferRelativeResize="0"/>
          <p:nvPr/>
        </p:nvPicPr>
        <p:blipFill rotWithShape="1">
          <a:blip r:embed="rId3">
            <a:alphaModFix/>
          </a:blip>
          <a:srcRect/>
          <a:stretch/>
        </p:blipFill>
        <p:spPr>
          <a:xfrm>
            <a:off x="8018311" y="177476"/>
            <a:ext cx="865584" cy="827484"/>
          </a:xfrm>
          <a:prstGeom prst="rect">
            <a:avLst/>
          </a:prstGeom>
          <a:noFill/>
          <a:ln>
            <a:noFill/>
          </a:ln>
        </p:spPr>
      </p:pic>
      <p:graphicFrame>
        <p:nvGraphicFramePr>
          <p:cNvPr id="8" name="Table 7">
            <a:extLst>
              <a:ext uri="{FF2B5EF4-FFF2-40B4-BE49-F238E27FC236}">
                <a16:creationId xmlns:a16="http://schemas.microsoft.com/office/drawing/2014/main" id="{7A59C0FA-6C9A-EA80-2E0B-43262DB6DF92}"/>
              </a:ext>
            </a:extLst>
          </p:cNvPr>
          <p:cNvGraphicFramePr>
            <a:graphicFrameLocks noGrp="1"/>
          </p:cNvGraphicFramePr>
          <p:nvPr>
            <p:extLst>
              <p:ext uri="{D42A27DB-BD31-4B8C-83A1-F6EECF244321}">
                <p14:modId xmlns:p14="http://schemas.microsoft.com/office/powerpoint/2010/main" val="3734387336"/>
              </p:ext>
            </p:extLst>
          </p:nvPr>
        </p:nvGraphicFramePr>
        <p:xfrm>
          <a:off x="628650" y="1896996"/>
          <a:ext cx="7886700" cy="2134712"/>
        </p:xfrm>
        <a:graphic>
          <a:graphicData uri="http://schemas.openxmlformats.org/drawingml/2006/table">
            <a:tbl>
              <a:tblPr>
                <a:tableStyleId>{5C22544A-7EE6-4342-B048-85BDC9FD1C3A}</a:tableStyleId>
              </a:tblPr>
              <a:tblGrid>
                <a:gridCol w="3943350">
                  <a:extLst>
                    <a:ext uri="{9D8B030D-6E8A-4147-A177-3AD203B41FA5}">
                      <a16:colId xmlns:a16="http://schemas.microsoft.com/office/drawing/2014/main" val="1600166643"/>
                    </a:ext>
                  </a:extLst>
                </a:gridCol>
                <a:gridCol w="3943350">
                  <a:extLst>
                    <a:ext uri="{9D8B030D-6E8A-4147-A177-3AD203B41FA5}">
                      <a16:colId xmlns:a16="http://schemas.microsoft.com/office/drawing/2014/main" val="1826408668"/>
                    </a:ext>
                  </a:extLst>
                </a:gridCol>
              </a:tblGrid>
              <a:tr h="374511">
                <a:tc>
                  <a:txBody>
                    <a:bodyPr/>
                    <a:lstStyle/>
                    <a:p>
                      <a:pPr>
                        <a:buNone/>
                      </a:pPr>
                      <a:r>
                        <a:rPr lang="en-US" dirty="0"/>
                        <a:t>Metric</a:t>
                      </a:r>
                    </a:p>
                  </a:txBody>
                  <a:tcPr anchor="ctr"/>
                </a:tc>
                <a:tc>
                  <a:txBody>
                    <a:bodyPr/>
                    <a:lstStyle/>
                    <a:p>
                      <a:pPr>
                        <a:buNone/>
                      </a:pPr>
                      <a:r>
                        <a:rPr lang="en-US"/>
                        <a:t>Purpose</a:t>
                      </a:r>
                    </a:p>
                  </a:txBody>
                  <a:tcPr anchor="ctr"/>
                </a:tc>
                <a:extLst>
                  <a:ext uri="{0D108BD9-81ED-4DB2-BD59-A6C34878D82A}">
                    <a16:rowId xmlns:a16="http://schemas.microsoft.com/office/drawing/2014/main" val="2159349639"/>
                  </a:ext>
                </a:extLst>
              </a:tr>
              <a:tr h="374511">
                <a:tc>
                  <a:txBody>
                    <a:bodyPr/>
                    <a:lstStyle/>
                    <a:p>
                      <a:pPr>
                        <a:buNone/>
                      </a:pPr>
                      <a:r>
                        <a:rPr lang="en-US"/>
                        <a:t>Silhouette Score</a:t>
                      </a:r>
                    </a:p>
                  </a:txBody>
                  <a:tcPr anchor="ctr"/>
                </a:tc>
                <a:tc>
                  <a:txBody>
                    <a:bodyPr/>
                    <a:lstStyle/>
                    <a:p>
                      <a:pPr>
                        <a:buNone/>
                      </a:pPr>
                      <a:r>
                        <a:rPr lang="en-US"/>
                        <a:t>Evaluates cluster separation and cohesion</a:t>
                      </a:r>
                    </a:p>
                  </a:txBody>
                  <a:tcPr anchor="ctr"/>
                </a:tc>
                <a:extLst>
                  <a:ext uri="{0D108BD9-81ED-4DB2-BD59-A6C34878D82A}">
                    <a16:rowId xmlns:a16="http://schemas.microsoft.com/office/drawing/2014/main" val="538069005"/>
                  </a:ext>
                </a:extLst>
              </a:tr>
              <a:tr h="374511">
                <a:tc>
                  <a:txBody>
                    <a:bodyPr/>
                    <a:lstStyle/>
                    <a:p>
                      <a:pPr>
                        <a:buNone/>
                      </a:pPr>
                      <a:r>
                        <a:rPr lang="en-US"/>
                        <a:t>Inertia</a:t>
                      </a:r>
                    </a:p>
                  </a:txBody>
                  <a:tcPr anchor="ctr"/>
                </a:tc>
                <a:tc>
                  <a:txBody>
                    <a:bodyPr/>
                    <a:lstStyle/>
                    <a:p>
                      <a:pPr>
                        <a:buNone/>
                      </a:pPr>
                      <a:r>
                        <a:rPr lang="en-US"/>
                        <a:t>Measures within-cluster squared distances</a:t>
                      </a:r>
                    </a:p>
                  </a:txBody>
                  <a:tcPr anchor="ctr"/>
                </a:tc>
                <a:extLst>
                  <a:ext uri="{0D108BD9-81ED-4DB2-BD59-A6C34878D82A}">
                    <a16:rowId xmlns:a16="http://schemas.microsoft.com/office/drawing/2014/main" val="2798276566"/>
                  </a:ext>
                </a:extLst>
              </a:tr>
              <a:tr h="374511">
                <a:tc>
                  <a:txBody>
                    <a:bodyPr/>
                    <a:lstStyle/>
                    <a:p>
                      <a:pPr>
                        <a:buNone/>
                      </a:pPr>
                      <a:r>
                        <a:rPr lang="en-US" dirty="0"/>
                        <a:t>Execution Time</a:t>
                      </a:r>
                    </a:p>
                  </a:txBody>
                  <a:tcPr anchor="ctr"/>
                </a:tc>
                <a:tc>
                  <a:txBody>
                    <a:bodyPr/>
                    <a:lstStyle/>
                    <a:p>
                      <a:pPr>
                        <a:buNone/>
                      </a:pPr>
                      <a:r>
                        <a:rPr lang="en-US"/>
                        <a:t>Measures how quickly clustering completes</a:t>
                      </a:r>
                    </a:p>
                  </a:txBody>
                  <a:tcPr anchor="ctr"/>
                </a:tc>
                <a:extLst>
                  <a:ext uri="{0D108BD9-81ED-4DB2-BD59-A6C34878D82A}">
                    <a16:rowId xmlns:a16="http://schemas.microsoft.com/office/drawing/2014/main" val="3838086067"/>
                  </a:ext>
                </a:extLst>
              </a:tr>
              <a:tr h="636668">
                <a:tc>
                  <a:txBody>
                    <a:bodyPr/>
                    <a:lstStyle/>
                    <a:p>
                      <a:pPr>
                        <a:buNone/>
                      </a:pPr>
                      <a:r>
                        <a:rPr lang="en-US"/>
                        <a:t>Cluster Distribution</a:t>
                      </a:r>
                    </a:p>
                  </a:txBody>
                  <a:tcPr anchor="ctr"/>
                </a:tc>
                <a:tc>
                  <a:txBody>
                    <a:bodyPr/>
                    <a:lstStyle/>
                    <a:p>
                      <a:pPr>
                        <a:buNone/>
                      </a:pPr>
                      <a:r>
                        <a:rPr lang="en-US" dirty="0"/>
                        <a:t>Shows the number of observations in each cluster</a:t>
                      </a:r>
                    </a:p>
                  </a:txBody>
                  <a:tcPr anchor="ctr"/>
                </a:tc>
                <a:extLst>
                  <a:ext uri="{0D108BD9-81ED-4DB2-BD59-A6C34878D82A}">
                    <a16:rowId xmlns:a16="http://schemas.microsoft.com/office/drawing/2014/main" val="263793062"/>
                  </a:ext>
                </a:extLst>
              </a:tr>
            </a:tbl>
          </a:graphicData>
        </a:graphic>
      </p:graphicFrame>
    </p:spTree>
    <p:extLst>
      <p:ext uri="{BB962C8B-B14F-4D97-AF65-F5344CB8AC3E}">
        <p14:creationId xmlns:p14="http://schemas.microsoft.com/office/powerpoint/2010/main" val="2694253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D57FC-B7CE-1728-D075-341E04D28EB8}"/>
              </a:ext>
            </a:extLst>
          </p:cNvPr>
          <p:cNvSpPr>
            <a:spLocks noGrp="1"/>
          </p:cNvSpPr>
          <p:nvPr>
            <p:ph type="title"/>
          </p:nvPr>
        </p:nvSpPr>
        <p:spPr>
          <a:xfrm>
            <a:off x="1036320" y="273844"/>
            <a:ext cx="6850380" cy="700124"/>
          </a:xfrm>
        </p:spPr>
        <p:txBody>
          <a:bodyPr/>
          <a:lstStyle/>
          <a:p>
            <a:pPr algn="ctr"/>
            <a:r>
              <a:rPr lang="en-US" b="1" dirty="0">
                <a:latin typeface="Times New Roman" panose="02020603050405020304" pitchFamily="18" charset="0"/>
                <a:cs typeface="Times New Roman" panose="02020603050405020304" pitchFamily="18" charset="0"/>
              </a:rPr>
              <a:t>Optimization Techniques</a:t>
            </a:r>
          </a:p>
        </p:txBody>
      </p:sp>
      <p:sp>
        <p:nvSpPr>
          <p:cNvPr id="3" name="Text Placeholder 2">
            <a:extLst>
              <a:ext uri="{FF2B5EF4-FFF2-40B4-BE49-F238E27FC236}">
                <a16:creationId xmlns:a16="http://schemas.microsoft.com/office/drawing/2014/main" id="{255E31A4-BEA2-E4AF-CA5B-BEF02AA4B9DB}"/>
              </a:ext>
            </a:extLst>
          </p:cNvPr>
          <p:cNvSpPr>
            <a:spLocks noGrp="1"/>
          </p:cNvSpPr>
          <p:nvPr>
            <p:ph type="body" idx="1"/>
          </p:nvPr>
        </p:nvSpPr>
        <p:spPr>
          <a:xfrm>
            <a:off x="628650" y="1004960"/>
            <a:ext cx="7886700" cy="4054720"/>
          </a:xfrm>
        </p:spPr>
        <p:txBody>
          <a:bodyPr>
            <a:normAutofit lnSpcReduction="10000"/>
          </a:bodyPr>
          <a:lstStyle/>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cleaning: Handle missing and inconsistent traffic values.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Feature normalization: Reduce the influence of different numerical scales.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Feature selection: Use relevant traffic variables.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Centroid initialization: Consider K-Means++ to improve initialization.</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Cluster evaluation: Compare suitable values of K using clustering metrics.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Efficient processing: Avoid unnecessary repeated data transformations.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Performance validation: Compare execution time and clustering quality before and after changes.</a:t>
            </a:r>
          </a:p>
          <a:p>
            <a:endParaRPr lang="en-US" dirty="0"/>
          </a:p>
        </p:txBody>
      </p:sp>
      <p:pic>
        <p:nvPicPr>
          <p:cNvPr id="5" name="Google Shape;155;g2df84bd36ed_0_0">
            <a:extLst>
              <a:ext uri="{FF2B5EF4-FFF2-40B4-BE49-F238E27FC236}">
                <a16:creationId xmlns:a16="http://schemas.microsoft.com/office/drawing/2014/main" id="{925CE3C4-F9AC-0648-51F1-0ACCE14497C2}"/>
              </a:ext>
            </a:extLst>
          </p:cNvPr>
          <p:cNvPicPr preferRelativeResize="0"/>
          <p:nvPr/>
        </p:nvPicPr>
        <p:blipFill rotWithShape="1">
          <a:blip r:embed="rId2">
            <a:alphaModFix/>
          </a:blip>
          <a:srcRect/>
          <a:stretch/>
        </p:blipFill>
        <p:spPr>
          <a:xfrm>
            <a:off x="150348" y="181012"/>
            <a:ext cx="800100" cy="792956"/>
          </a:xfrm>
          <a:prstGeom prst="rect">
            <a:avLst/>
          </a:prstGeom>
          <a:noFill/>
          <a:ln>
            <a:noFill/>
          </a:ln>
        </p:spPr>
      </p:pic>
      <p:pic>
        <p:nvPicPr>
          <p:cNvPr id="7" name="Google Shape;156;g2df84bd36ed_0_0">
            <a:extLst>
              <a:ext uri="{FF2B5EF4-FFF2-40B4-BE49-F238E27FC236}">
                <a16:creationId xmlns:a16="http://schemas.microsoft.com/office/drawing/2014/main" id="{E552A705-8FF5-BF54-8B1C-303B097C0CE4}"/>
              </a:ext>
            </a:extLst>
          </p:cNvPr>
          <p:cNvPicPr preferRelativeResize="0"/>
          <p:nvPr/>
        </p:nvPicPr>
        <p:blipFill rotWithShape="1">
          <a:blip r:embed="rId3">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3069193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2" name="Title 1"/>
          <p:cNvSpPr>
            <a:spLocks noGrp="1"/>
          </p:cNvSpPr>
          <p:nvPr>
            <p:ph type="title"/>
          </p:nvPr>
        </p:nvSpPr>
        <p:spPr>
          <a:xfrm>
            <a:off x="628650" y="273844"/>
            <a:ext cx="7886700" cy="700124"/>
          </a:xfrm>
        </p:spPr>
        <p:txBody>
          <a:bodyPr>
            <a:normAutofit/>
          </a:bodyPr>
          <a:lstStyle/>
          <a:p>
            <a:pPr algn="ctr"/>
            <a:r>
              <a:rPr lang="en-US" sz="3600" b="1" dirty="0">
                <a:latin typeface="Times New Roman"/>
                <a:ea typeface="Times New Roman"/>
                <a:cs typeface="Times New Roman"/>
              </a:rPr>
              <a:t>Conclusion</a:t>
            </a:r>
          </a:p>
        </p:txBody>
      </p:sp>
      <p:sp>
        <p:nvSpPr>
          <p:cNvPr id="3" name="Text Placeholder 2"/>
          <p:cNvSpPr>
            <a:spLocks noGrp="1"/>
          </p:cNvSpPr>
          <p:nvPr>
            <p:ph type="body" idx="1"/>
          </p:nvPr>
        </p:nvSpPr>
        <p:spPr>
          <a:xfrm>
            <a:off x="0" y="1097792"/>
            <a:ext cx="9144000" cy="3534827"/>
          </a:xfrm>
        </p:spPr>
        <p:txBody>
          <a:bodyPr>
            <a:normAutofit/>
          </a:bodyPr>
          <a:lstStyle/>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project demonstrates the use of machine learning for traffic analysis.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K-Means identifies groups of similar traffic observations.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resulting clusters can represent Low, Moderate, High and Severe congestion.</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Traffic visualizations help users understand congestion patterns.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Congestion analysis can support preventive traffic-management decisions.</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approach is simple, interpretable and suitable for further development.</a:t>
            </a:r>
          </a:p>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Future work can improve real-time data integration, route recommendations and model evaluation.</a:t>
            </a:r>
          </a:p>
          <a:p>
            <a:pPr marL="139700" indent="0">
              <a:buNone/>
            </a:pPr>
            <a:endParaRPr lang="en-US" dirty="0"/>
          </a:p>
        </p:txBody>
      </p:sp>
      <p:sp>
        <p:nvSpPr>
          <p:cNvPr id="154" name="Google Shape;154;g2df84bd36ed_0_0"/>
          <p:cNvSpPr txBox="1">
            <a:spLocks noGrp="1"/>
          </p:cNvSpPr>
          <p:nvPr>
            <p:ph type="sldNum" idx="12"/>
          </p:nvPr>
        </p:nvSpPr>
        <p:spPr>
          <a:prstGeom prst="rect">
            <a:avLst/>
          </a:prstGeom>
          <a:noFill/>
          <a:ln>
            <a:noFill/>
          </a:ln>
        </p:spPr>
        <p:txBody>
          <a:bodyPr spcFirstLastPara="1" wrap="square" lIns="68569" tIns="34275" rIns="68569" bIns="34275" anchor="b" anchorCtr="0">
            <a:noAutofit/>
          </a:bodyPr>
          <a:lstStyle/>
          <a:p>
            <a:pPr algn="ctr">
              <a:buSzPts val="2800"/>
            </a:pPr>
            <a:fld id="{00000000-1234-1234-1234-123412341234}" type="slidenum">
              <a:rPr lang="en-US">
                <a:latin typeface="Times New Roman"/>
                <a:ea typeface="Times New Roman"/>
                <a:cs typeface="Times New Roman"/>
                <a:sym typeface="Times New Roman"/>
              </a:rPr>
              <a:pPr algn="ctr">
                <a:buSzPts val="2800"/>
              </a:pPr>
              <a:t>20</a:t>
            </a:fld>
            <a:endParaRPr>
              <a:latin typeface="Times New Roman"/>
              <a:ea typeface="Times New Roman"/>
              <a:cs typeface="Times New Roman"/>
              <a:sym typeface="Times New Roman"/>
            </a:endParaRPr>
          </a:p>
        </p:txBody>
      </p:sp>
      <p:pic>
        <p:nvPicPr>
          <p:cNvPr id="155" name="Google Shape;155;g2df84bd36ed_0_0"/>
          <p:cNvPicPr preferRelativeResize="0"/>
          <p:nvPr/>
        </p:nvPicPr>
        <p:blipFill rotWithShape="1">
          <a:blip r:embed="rId3">
            <a:alphaModFix/>
          </a:blip>
          <a:srcRect/>
          <a:stretch/>
        </p:blipFill>
        <p:spPr>
          <a:xfrm>
            <a:off x="150348" y="181012"/>
            <a:ext cx="800100" cy="792956"/>
          </a:xfrm>
          <a:prstGeom prst="rect">
            <a:avLst/>
          </a:prstGeom>
          <a:noFill/>
          <a:ln>
            <a:noFill/>
          </a:ln>
        </p:spPr>
      </p:pic>
      <p:pic>
        <p:nvPicPr>
          <p:cNvPr id="156" name="Google Shape;156;g2df84bd36ed_0_0"/>
          <p:cNvPicPr preferRelativeResize="0"/>
          <p:nvPr/>
        </p:nvPicPr>
        <p:blipFill rotWithShape="1">
          <a:blip r:embed="rId4">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1530778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90060-C6A8-6E0F-9409-9DE3CD3834A1}"/>
              </a:ext>
            </a:extLst>
          </p:cNvPr>
          <p:cNvSpPr>
            <a:spLocks noGrp="1"/>
          </p:cNvSpPr>
          <p:nvPr>
            <p:ph type="title"/>
          </p:nvPr>
        </p:nvSpPr>
        <p:spPr>
          <a:xfrm>
            <a:off x="1005839" y="273844"/>
            <a:ext cx="7012471" cy="792956"/>
          </a:xfrm>
        </p:spPr>
        <p:txBody>
          <a:bodyPr>
            <a:normAutofit fontScale="90000"/>
          </a:bodyPr>
          <a:lstStyle/>
          <a:p>
            <a:pPr algn="ctr"/>
            <a:r>
              <a:rPr lang="en-US" sz="3600" b="1" dirty="0">
                <a:latin typeface="Times New Roman" panose="02020603050405020304" pitchFamily="18" charset="0"/>
                <a:cs typeface="Times New Roman" panose="02020603050405020304" pitchFamily="18" charset="0"/>
              </a:rPr>
              <a:t>Limitations and Future Enhancements</a:t>
            </a: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00A7F3E-3290-B549-3733-E40909B57BF5}"/>
              </a:ext>
            </a:extLst>
          </p:cNvPr>
          <p:cNvSpPr>
            <a:spLocks noGrp="1"/>
          </p:cNvSpPr>
          <p:nvPr>
            <p:ph type="body" idx="1"/>
          </p:nvPr>
        </p:nvSpPr>
        <p:spPr>
          <a:xfrm>
            <a:off x="260105" y="973968"/>
            <a:ext cx="8678155" cy="4169532"/>
          </a:xfrm>
        </p:spPr>
        <p:txBody>
          <a:bodyPr>
            <a:normAutofit fontScale="40000" lnSpcReduction="20000"/>
          </a:bodyPr>
          <a:lstStyle/>
          <a:p>
            <a:pPr marL="139700" indent="0">
              <a:buNone/>
            </a:pPr>
            <a:r>
              <a:rPr lang="en-US" sz="3000" b="1" dirty="0">
                <a:latin typeface="Times New Roman" panose="02020603050405020304" pitchFamily="18" charset="0"/>
                <a:cs typeface="Times New Roman" panose="02020603050405020304" pitchFamily="18" charset="0"/>
              </a:rPr>
              <a:t>Limitations</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K-Means needs the number of clusters in advance.</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Results depend on the quality of traffic data.</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Data must be properly scaled.</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Accidents need extra information to be detected.</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Real-time prediction needs updated traffic data.</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Route suggestions need road and traffic information.</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Traffic clusters must be checked and labelled correctly.</a:t>
            </a:r>
          </a:p>
          <a:p>
            <a:pPr marL="139700" lvl="0" indent="0">
              <a:buNone/>
            </a:pPr>
            <a:r>
              <a:rPr lang="en-US" sz="3000" b="1" dirty="0">
                <a:latin typeface="Times New Roman" panose="02020603050405020304" pitchFamily="18" charset="0"/>
                <a:cs typeface="Times New Roman" panose="02020603050405020304" pitchFamily="18" charset="0"/>
              </a:rPr>
              <a:t>Future Enhancements</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Use live traffic data from GPS and IoT sensors.</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Include weather and accident details.</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Cover more roads and locations.</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Send alerts through a website or mobile app.</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Suggest better routes.</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Compare K-Means with other ML algorithms.</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Improve traffic signals using predictions.</a:t>
            </a:r>
          </a:p>
          <a:p>
            <a:pPr lvl="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Test the system with more traffic data.</a:t>
            </a:r>
          </a:p>
          <a:p>
            <a:endParaRPr lang="en-US" dirty="0">
              <a:latin typeface="Times New Roman" panose="02020603050405020304" pitchFamily="18" charset="0"/>
              <a:cs typeface="Times New Roman" panose="02020603050405020304" pitchFamily="18" charset="0"/>
            </a:endParaRPr>
          </a:p>
        </p:txBody>
      </p:sp>
      <p:pic>
        <p:nvPicPr>
          <p:cNvPr id="5" name="Google Shape;155;g2df84bd36ed_0_0">
            <a:extLst>
              <a:ext uri="{FF2B5EF4-FFF2-40B4-BE49-F238E27FC236}">
                <a16:creationId xmlns:a16="http://schemas.microsoft.com/office/drawing/2014/main" id="{DF8D70EF-DB0B-1BB6-5031-AB31AE993CA4}"/>
              </a:ext>
            </a:extLst>
          </p:cNvPr>
          <p:cNvPicPr preferRelativeResize="0"/>
          <p:nvPr/>
        </p:nvPicPr>
        <p:blipFill rotWithShape="1">
          <a:blip r:embed="rId2">
            <a:alphaModFix/>
          </a:blip>
          <a:srcRect/>
          <a:stretch/>
        </p:blipFill>
        <p:spPr>
          <a:xfrm>
            <a:off x="150348" y="181012"/>
            <a:ext cx="800100" cy="792956"/>
          </a:xfrm>
          <a:prstGeom prst="rect">
            <a:avLst/>
          </a:prstGeom>
          <a:noFill/>
          <a:ln>
            <a:noFill/>
          </a:ln>
        </p:spPr>
      </p:pic>
      <p:pic>
        <p:nvPicPr>
          <p:cNvPr id="7" name="Google Shape;156;g2df84bd36ed_0_0">
            <a:extLst>
              <a:ext uri="{FF2B5EF4-FFF2-40B4-BE49-F238E27FC236}">
                <a16:creationId xmlns:a16="http://schemas.microsoft.com/office/drawing/2014/main" id="{C25D5959-2360-8B95-D2E1-09D44FEACF16}"/>
              </a:ext>
            </a:extLst>
          </p:cNvPr>
          <p:cNvPicPr preferRelativeResize="0"/>
          <p:nvPr/>
        </p:nvPicPr>
        <p:blipFill rotWithShape="1">
          <a:blip r:embed="rId3">
            <a:alphaModFix/>
          </a:blip>
          <a:srcRect/>
          <a:stretch/>
        </p:blipFill>
        <p:spPr>
          <a:xfrm>
            <a:off x="8018311" y="177476"/>
            <a:ext cx="865584" cy="827484"/>
          </a:xfrm>
          <a:prstGeom prst="rect">
            <a:avLst/>
          </a:prstGeom>
          <a:noFill/>
          <a:ln>
            <a:noFill/>
          </a:ln>
        </p:spPr>
      </p:pic>
    </p:spTree>
    <p:extLst>
      <p:ext uri="{BB962C8B-B14F-4D97-AF65-F5344CB8AC3E}">
        <p14:creationId xmlns:p14="http://schemas.microsoft.com/office/powerpoint/2010/main" val="3215244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8" name="Google Shape;198;p33"/>
          <p:cNvSpPr txBox="1"/>
          <p:nvPr/>
        </p:nvSpPr>
        <p:spPr>
          <a:xfrm>
            <a:off x="235975" y="906853"/>
            <a:ext cx="8492700" cy="3129000"/>
          </a:xfrm>
          <a:prstGeom prst="rect">
            <a:avLst/>
          </a:prstGeom>
          <a:noFill/>
          <a:ln>
            <a:noFill/>
          </a:ln>
          <a:effectLst>
            <a:outerShdw blurRad="19050">
              <a:srgbClr val="000000">
                <a:alpha val="45100"/>
              </a:srgbClr>
            </a:outerShdw>
          </a:effectLst>
        </p:spPr>
        <p:txBody>
          <a:bodyPr spcFirstLastPara="1" wrap="square" lIns="68575" tIns="68575" rIns="68575" bIns="68575" anchor="ctr" anchorCtr="0">
            <a:noAutofit/>
          </a:bodyPr>
          <a:lstStyle/>
          <a:p>
            <a:pPr marL="0" marR="0" lvl="0" indent="0" algn="l" rtl="0">
              <a:lnSpc>
                <a:spcPct val="150000"/>
              </a:lnSpc>
              <a:spcBef>
                <a:spcPts val="0"/>
              </a:spcBef>
              <a:spcAft>
                <a:spcPts val="0"/>
              </a:spcAft>
              <a:buNone/>
            </a:pPr>
            <a:endParaRPr sz="2100">
              <a:latin typeface="Times New Roman"/>
              <a:ea typeface="Times New Roman"/>
              <a:cs typeface="Times New Roman"/>
              <a:sym typeface="Times New Roman"/>
            </a:endParaRPr>
          </a:p>
        </p:txBody>
      </p:sp>
      <p:sp>
        <p:nvSpPr>
          <p:cNvPr id="199" name="Google Shape;199;p33"/>
          <p:cNvSpPr txBox="1"/>
          <p:nvPr/>
        </p:nvSpPr>
        <p:spPr>
          <a:xfrm>
            <a:off x="2584850" y="506650"/>
            <a:ext cx="726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000" b="1">
              <a:latin typeface="Times New Roman"/>
              <a:ea typeface="Times New Roman"/>
              <a:cs typeface="Times New Roman"/>
              <a:sym typeface="Times New Roman"/>
            </a:endParaRPr>
          </a:p>
        </p:txBody>
      </p:sp>
      <p:sp>
        <p:nvSpPr>
          <p:cNvPr id="200" name="Google Shape;200;p33"/>
          <p:cNvSpPr txBox="1"/>
          <p:nvPr/>
        </p:nvSpPr>
        <p:spPr>
          <a:xfrm>
            <a:off x="2584850" y="1817550"/>
            <a:ext cx="7262700" cy="75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00" b="1">
                <a:latin typeface="Times New Roman"/>
                <a:ea typeface="Times New Roman"/>
                <a:cs typeface="Times New Roman"/>
                <a:sym typeface="Times New Roman"/>
              </a:rPr>
              <a:t>THANK YOU</a:t>
            </a:r>
            <a:endParaRPr sz="3700" b="1">
              <a:latin typeface="Times New Roman"/>
              <a:ea typeface="Times New Roman"/>
              <a:cs typeface="Times New Roman"/>
              <a:sym typeface="Times New Roman"/>
            </a:endParaRP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TotalTime>
  <Words>1121</Words>
  <Application>Microsoft Office PowerPoint</Application>
  <PresentationFormat>On-screen Show (16:9)</PresentationFormat>
  <Paragraphs>177</Paragraphs>
  <Slides>22</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DEPARTMENT OF CSE(ARTIFICIAL INTELLIGENCE AND MACHINE LEARNING)</vt:lpstr>
      <vt:lpstr>PowerPoint Presentation</vt:lpstr>
      <vt:lpstr>PowerPoint Presentation</vt:lpstr>
      <vt:lpstr>OBJECTIVE</vt:lpstr>
      <vt:lpstr>Problem Statement</vt:lpstr>
      <vt:lpstr>Literature Survey </vt:lpstr>
      <vt:lpstr>System Architecture Diagram</vt:lpstr>
      <vt:lpstr>System Architecture Diagram</vt:lpstr>
      <vt:lpstr>Existing System</vt:lpstr>
      <vt:lpstr>Existing System Drawbacks</vt:lpstr>
      <vt:lpstr>Proposed System </vt:lpstr>
      <vt:lpstr>Benefits of Proposed System</vt:lpstr>
      <vt:lpstr>Identified Modules </vt:lpstr>
      <vt:lpstr>Algorithms Used</vt:lpstr>
      <vt:lpstr>Implementation and Results</vt:lpstr>
      <vt:lpstr>Screenshot</vt:lpstr>
      <vt:lpstr>Screenshot</vt:lpstr>
      <vt:lpstr>Performance Evaluation</vt:lpstr>
      <vt:lpstr>Optimization Techniques</vt:lpstr>
      <vt:lpstr>Conclusion</vt:lpstr>
      <vt:lpstr>Limitations and Future Enhancements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ARTIFICIAL INTELLIGENCE AND MACHINE LEARNING</dc:title>
  <dc:creator>GOWTHAM DT</dc:creator>
  <cp:lastModifiedBy>GOWTHAM DT</cp:lastModifiedBy>
  <cp:revision>20</cp:revision>
  <dcterms:modified xsi:type="dcterms:W3CDTF">2026-10-04T16:22:27Z</dcterms:modified>
</cp:coreProperties>
</file>